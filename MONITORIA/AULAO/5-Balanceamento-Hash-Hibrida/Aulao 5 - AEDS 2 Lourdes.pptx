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slide+xml" PartName="/ppt/slides/slide1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</p:sldIdLst>
  <p:sldSz cx="18288000" cy="10287000"/>
  <p:notesSz cx="6858000" cy="9144000"/>
  <p:embeddedFontLst>
    <p:embeddedFont>
      <p:font typeface="Open Sauce Bold" charset="1" panose="00000800000000000000"/>
      <p:regular r:id="rId132"/>
    </p:embeddedFont>
    <p:embeddedFont>
      <p:font typeface="Antonio Bold" charset="1" panose="02000803000000000000"/>
      <p:regular r:id="rId133"/>
    </p:embeddedFont>
    <p:embeddedFont>
      <p:font typeface="Open Sauce" charset="1" panose="00000500000000000000"/>
      <p:regular r:id="rId134"/>
    </p:embeddedFont>
    <p:embeddedFont>
      <p:font typeface="Antonio" charset="1" panose="02000503000000000000"/>
      <p:regular r:id="rId135"/>
    </p:embeddedFont>
    <p:embeddedFont>
      <p:font typeface="Fira Code" charset="1" panose="020B0809050000020004"/>
      <p:regular r:id="rId136"/>
    </p:embeddedFont>
    <p:embeddedFont>
      <p:font typeface="Fira Code Bold" charset="1" panose="020B0809050000020004"/>
      <p:regular r:id="rId137"/>
    </p:embeddedFont>
    <p:embeddedFont>
      <p:font typeface="Canva Sans Bold" charset="1" panose="020B0803030501040103"/>
      <p:regular r:id="rId1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slides/slide126.xml" Type="http://schemas.openxmlformats.org/officeDocument/2006/relationships/slide"/><Relationship Id="rId132" Target="fonts/font132.fntdata" Type="http://schemas.openxmlformats.org/officeDocument/2006/relationships/font"/><Relationship Id="rId133" Target="fonts/font133.fntdata" Type="http://schemas.openxmlformats.org/officeDocument/2006/relationships/font"/><Relationship Id="rId134" Target="fonts/font134.fntdata" Type="http://schemas.openxmlformats.org/officeDocument/2006/relationships/font"/><Relationship Id="rId135" Target="fonts/font135.fntdata" Type="http://schemas.openxmlformats.org/officeDocument/2006/relationships/font"/><Relationship Id="rId136" Target="fonts/font136.fntdata" Type="http://schemas.openxmlformats.org/officeDocument/2006/relationships/font"/><Relationship Id="rId137" Target="fonts/font137.fntdata" Type="http://schemas.openxmlformats.org/officeDocument/2006/relationships/font"/><Relationship Id="rId138" Target="fonts/font138.fntdata" Type="http://schemas.openxmlformats.org/officeDocument/2006/relationships/font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5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76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9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80.png" Type="http://schemas.openxmlformats.org/officeDocument/2006/relationships/image"/><Relationship Id="rId4" Target="../media/image79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Relationship Id="rId3" Target="../media/image81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Relationship Id="rId3" Target="../media/image81.png" Type="http://schemas.openxmlformats.org/officeDocument/2006/relationships/image"/><Relationship Id="rId4" Target="../media/image82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Relationship Id="rId3" Target="../media/image81.png" Type="http://schemas.openxmlformats.org/officeDocument/2006/relationships/image"/><Relationship Id="rId4" Target="../media/image82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png" Type="http://schemas.openxmlformats.org/officeDocument/2006/relationships/image"/><Relationship Id="rId4" Target="../media/image84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3.png" Type="http://schemas.openxmlformats.org/officeDocument/2006/relationships/image"/><Relationship Id="rId3" Target="../media/image85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8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93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6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Relationship Id="rId3" Target="../media/image101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103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5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5.pn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-3270436">
            <a:off x="9315878" y="102642"/>
            <a:ext cx="12098771" cy="6654453"/>
            <a:chOff x="0" y="0"/>
            <a:chExt cx="4060919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07104" y="2944648"/>
            <a:ext cx="5246391" cy="5246370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40702" t="0" r="-4070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4173" y="1008740"/>
            <a:ext cx="3338725" cy="717383"/>
            <a:chOff x="0" y="0"/>
            <a:chExt cx="4451634" cy="956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98062" y="281637"/>
              <a:ext cx="3053571" cy="36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b="true" sz="170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PUC Minas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9729" y="3920972"/>
            <a:ext cx="9449658" cy="3293720"/>
            <a:chOff x="0" y="0"/>
            <a:chExt cx="12599544" cy="439162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5725"/>
              <a:ext cx="12599544" cy="3632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60"/>
                </a:lnSpc>
              </a:pPr>
              <a:r>
                <a:rPr lang="en-US" b="true" sz="9600" spc="-432">
                  <a:solidFill>
                    <a:srgbClr val="000000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BALANCEAMENTO, HASH E ESTRUTURA HÍBRIDA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845527"/>
              <a:ext cx="1106103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AULÃO DE AEDS 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B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7554" y="730685"/>
            <a:ext cx="5029894" cy="1769215"/>
            <a:chOff x="0" y="0"/>
            <a:chExt cx="6350000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6312027" cy="2195449"/>
            </a:xfrm>
            <a:custGeom>
              <a:avLst/>
              <a:gdLst/>
              <a:ahLst/>
              <a:cxnLst/>
              <a:rect r="r" b="b" t="t" l="l"/>
              <a:pathLst>
                <a:path h="2195449" w="6312027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233549"/>
            </a:xfrm>
            <a:custGeom>
              <a:avLst/>
              <a:gdLst/>
              <a:ahLst/>
              <a:cxnLst/>
              <a:rect r="r" b="b" t="t" l="l"/>
              <a:pathLst>
                <a:path h="2233549" w="6350000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46910" y="1087709"/>
            <a:ext cx="40311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Tópicos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16357" y="2035830"/>
            <a:ext cx="7652394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Balanceamento de Árvore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Árvore AVL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Árvore 2-3-4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Árvore Alvinegra (Rubronegra)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Doidona (Híbrida) e Hash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177458" y="2092667"/>
            <a:ext cx="7351404" cy="6101665"/>
          </a:xfrm>
          <a:custGeom>
            <a:avLst/>
            <a:gdLst/>
            <a:ahLst/>
            <a:cxnLst/>
            <a:rect r="r" b="b" t="t" l="l"/>
            <a:pathLst>
              <a:path h="6101665" w="7351404">
                <a:moveTo>
                  <a:pt x="0" y="0"/>
                </a:moveTo>
                <a:lnTo>
                  <a:pt x="7351404" y="0"/>
                </a:lnTo>
                <a:lnTo>
                  <a:pt x="7351404" y="6101666"/>
                </a:lnTo>
                <a:lnTo>
                  <a:pt x="0" y="6101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747" y="1019175"/>
            <a:ext cx="9059793" cy="63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b="true" sz="4169" spc="-83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Qual é a vantagem de uma árvore balanceada?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95747" y="1019175"/>
            <a:ext cx="9059793" cy="63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b="true" sz="4169" spc="-83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Qual é a vantagem de uma árvore balanceada?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53600" y="4263248"/>
            <a:ext cx="790194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sz="4547" spc="-9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Resposta: eficiência em termos de pesquisa, inserção e remoção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23992" y="1028700"/>
            <a:ext cx="6684788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Regras de balanceamento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8495" y="4296833"/>
            <a:ext cx="8015781" cy="169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4"/>
              </a:lnSpc>
              <a:spcBef>
                <a:spcPct val="0"/>
              </a:spcBef>
            </a:pPr>
            <a:r>
              <a:rPr lang="en-US" b="true" sz="3737" spc="-74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As árvores desbalanceadas para a esquerda devem ser rotacionadas para</a:t>
            </a:r>
          </a:p>
          <a:p>
            <a:pPr algn="ctr">
              <a:lnSpc>
                <a:spcPts val="4484"/>
              </a:lnSpc>
              <a:spcBef>
                <a:spcPct val="0"/>
              </a:spcBef>
            </a:pPr>
            <a:r>
              <a:rPr lang="en-US" b="true" sz="3737" spc="-74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a direita e as para a direita, para a esquerda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485862" y="2705593"/>
            <a:ext cx="6161048" cy="5675926"/>
          </a:xfrm>
          <a:custGeom>
            <a:avLst/>
            <a:gdLst/>
            <a:ahLst/>
            <a:cxnLst/>
            <a:rect r="r" b="b" t="t" l="l"/>
            <a:pathLst>
              <a:path h="5675926" w="6161048">
                <a:moveTo>
                  <a:pt x="0" y="0"/>
                </a:moveTo>
                <a:lnTo>
                  <a:pt x="6161048" y="0"/>
                </a:lnTo>
                <a:lnTo>
                  <a:pt x="6161048" y="5675926"/>
                </a:lnTo>
                <a:lnTo>
                  <a:pt x="0" y="5675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87161" y="1028700"/>
            <a:ext cx="7158450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FF0503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Simples a Esquerda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485862" y="2656802"/>
            <a:ext cx="6033881" cy="5773507"/>
          </a:xfrm>
          <a:custGeom>
            <a:avLst/>
            <a:gdLst/>
            <a:ahLst/>
            <a:cxnLst/>
            <a:rect r="r" b="b" t="t" l="l"/>
            <a:pathLst>
              <a:path h="5773507" w="6033881">
                <a:moveTo>
                  <a:pt x="0" y="0"/>
                </a:moveTo>
                <a:lnTo>
                  <a:pt x="6033881" y="0"/>
                </a:lnTo>
                <a:lnTo>
                  <a:pt x="6033881" y="5773507"/>
                </a:lnTo>
                <a:lnTo>
                  <a:pt x="0" y="5773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87161" y="1028700"/>
            <a:ext cx="7158450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Simples a Esquerda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408014" y="2756283"/>
            <a:ext cx="6111729" cy="5574546"/>
          </a:xfrm>
          <a:custGeom>
            <a:avLst/>
            <a:gdLst/>
            <a:ahLst/>
            <a:cxnLst/>
            <a:rect r="r" b="b" t="t" l="l"/>
            <a:pathLst>
              <a:path h="5574546" w="6111729">
                <a:moveTo>
                  <a:pt x="0" y="0"/>
                </a:moveTo>
                <a:lnTo>
                  <a:pt x="6111729" y="0"/>
                </a:lnTo>
                <a:lnTo>
                  <a:pt x="6111729" y="5574546"/>
                </a:lnTo>
                <a:lnTo>
                  <a:pt x="0" y="557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7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87161" y="1028700"/>
            <a:ext cx="7158450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Simples a Esquerda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030814" y="2020111"/>
            <a:ext cx="13284078" cy="7967501"/>
          </a:xfrm>
          <a:custGeom>
            <a:avLst/>
            <a:gdLst/>
            <a:ahLst/>
            <a:cxnLst/>
            <a:rect r="r" b="b" t="t" l="l"/>
            <a:pathLst>
              <a:path h="7967501" w="13284078">
                <a:moveTo>
                  <a:pt x="0" y="0"/>
                </a:moveTo>
                <a:lnTo>
                  <a:pt x="13284078" y="0"/>
                </a:lnTo>
                <a:lnTo>
                  <a:pt x="13284078" y="7967501"/>
                </a:lnTo>
                <a:lnTo>
                  <a:pt x="0" y="7967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3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736839" y="2020111"/>
            <a:ext cx="13578054" cy="8133349"/>
          </a:xfrm>
          <a:custGeom>
            <a:avLst/>
            <a:gdLst/>
            <a:ahLst/>
            <a:cxnLst/>
            <a:rect r="r" b="b" t="t" l="l"/>
            <a:pathLst>
              <a:path h="8133349" w="13578054">
                <a:moveTo>
                  <a:pt x="0" y="0"/>
                </a:moveTo>
                <a:lnTo>
                  <a:pt x="13578053" y="0"/>
                </a:lnTo>
                <a:lnTo>
                  <a:pt x="13578053" y="8133349"/>
                </a:lnTo>
                <a:lnTo>
                  <a:pt x="0" y="813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3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583881" cy="8133349"/>
          </a:xfrm>
          <a:custGeom>
            <a:avLst/>
            <a:gdLst/>
            <a:ahLst/>
            <a:cxnLst/>
            <a:rect r="r" b="b" t="t" l="l"/>
            <a:pathLst>
              <a:path h="8133349" w="13583881">
                <a:moveTo>
                  <a:pt x="0" y="0"/>
                </a:moveTo>
                <a:lnTo>
                  <a:pt x="13583881" y="0"/>
                </a:lnTo>
                <a:lnTo>
                  <a:pt x="13583881" y="8133349"/>
                </a:lnTo>
                <a:lnTo>
                  <a:pt x="0" y="813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583881" cy="8133349"/>
          </a:xfrm>
          <a:custGeom>
            <a:avLst/>
            <a:gdLst/>
            <a:ahLst/>
            <a:cxnLst/>
            <a:rect r="r" b="b" t="t" l="l"/>
            <a:pathLst>
              <a:path h="8133349" w="13583881">
                <a:moveTo>
                  <a:pt x="0" y="0"/>
                </a:moveTo>
                <a:lnTo>
                  <a:pt x="13583881" y="0"/>
                </a:lnTo>
                <a:lnTo>
                  <a:pt x="13583881" y="8133349"/>
                </a:lnTo>
                <a:lnTo>
                  <a:pt x="0" y="813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583881" cy="8133349"/>
          </a:xfrm>
          <a:custGeom>
            <a:avLst/>
            <a:gdLst/>
            <a:ahLst/>
            <a:cxnLst/>
            <a:rect r="r" b="b" t="t" l="l"/>
            <a:pathLst>
              <a:path h="8133349" w="13583881">
                <a:moveTo>
                  <a:pt x="0" y="0"/>
                </a:moveTo>
                <a:lnTo>
                  <a:pt x="13583881" y="0"/>
                </a:lnTo>
                <a:lnTo>
                  <a:pt x="13583881" y="8133349"/>
                </a:lnTo>
                <a:lnTo>
                  <a:pt x="0" y="813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583881" cy="8133349"/>
          </a:xfrm>
          <a:custGeom>
            <a:avLst/>
            <a:gdLst/>
            <a:ahLst/>
            <a:cxnLst/>
            <a:rect r="r" b="b" t="t" l="l"/>
            <a:pathLst>
              <a:path h="8133349" w="13583881">
                <a:moveTo>
                  <a:pt x="0" y="0"/>
                </a:moveTo>
                <a:lnTo>
                  <a:pt x="13583881" y="0"/>
                </a:lnTo>
                <a:lnTo>
                  <a:pt x="13583881" y="8133349"/>
                </a:lnTo>
                <a:lnTo>
                  <a:pt x="0" y="813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583881" cy="8133349"/>
          </a:xfrm>
          <a:custGeom>
            <a:avLst/>
            <a:gdLst/>
            <a:ahLst/>
            <a:cxnLst/>
            <a:rect r="r" b="b" t="t" l="l"/>
            <a:pathLst>
              <a:path h="8133349" w="13583881">
                <a:moveTo>
                  <a:pt x="0" y="0"/>
                </a:moveTo>
                <a:lnTo>
                  <a:pt x="13583881" y="0"/>
                </a:lnTo>
                <a:lnTo>
                  <a:pt x="13583881" y="8133349"/>
                </a:lnTo>
                <a:lnTo>
                  <a:pt x="0" y="813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659237" y="2950587"/>
            <a:ext cx="6159098" cy="5574546"/>
          </a:xfrm>
          <a:custGeom>
            <a:avLst/>
            <a:gdLst/>
            <a:ahLst/>
            <a:cxnLst/>
            <a:rect r="r" b="b" t="t" l="l"/>
            <a:pathLst>
              <a:path h="5574546" w="6159098">
                <a:moveTo>
                  <a:pt x="0" y="0"/>
                </a:moveTo>
                <a:lnTo>
                  <a:pt x="6159098" y="0"/>
                </a:lnTo>
                <a:lnTo>
                  <a:pt x="6159098" y="5574546"/>
                </a:lnTo>
                <a:lnTo>
                  <a:pt x="0" y="557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4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4437" y="1028700"/>
            <a:ext cx="6503897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FF0503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Simples a Direita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704957" y="2859110"/>
            <a:ext cx="5986491" cy="5757499"/>
          </a:xfrm>
          <a:custGeom>
            <a:avLst/>
            <a:gdLst/>
            <a:ahLst/>
            <a:cxnLst/>
            <a:rect r="r" b="b" t="t" l="l"/>
            <a:pathLst>
              <a:path h="5757499" w="5986491">
                <a:moveTo>
                  <a:pt x="0" y="0"/>
                </a:moveTo>
                <a:lnTo>
                  <a:pt x="5986491" y="0"/>
                </a:lnTo>
                <a:lnTo>
                  <a:pt x="5986491" y="5757500"/>
                </a:lnTo>
                <a:lnTo>
                  <a:pt x="0" y="575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3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4437" y="1028700"/>
            <a:ext cx="6503897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Simples a Direita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704957" y="3438826"/>
            <a:ext cx="6367629" cy="4598069"/>
          </a:xfrm>
          <a:custGeom>
            <a:avLst/>
            <a:gdLst/>
            <a:ahLst/>
            <a:cxnLst/>
            <a:rect r="r" b="b" t="t" l="l"/>
            <a:pathLst>
              <a:path h="4598069" w="6367629">
                <a:moveTo>
                  <a:pt x="0" y="0"/>
                </a:moveTo>
                <a:lnTo>
                  <a:pt x="6367629" y="0"/>
                </a:lnTo>
                <a:lnTo>
                  <a:pt x="6367629" y="4598068"/>
                </a:lnTo>
                <a:lnTo>
                  <a:pt x="0" y="4598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4437" y="1028700"/>
            <a:ext cx="6503897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Simples a Direita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030814" y="2020111"/>
            <a:ext cx="13284078" cy="7953842"/>
          </a:xfrm>
          <a:custGeom>
            <a:avLst/>
            <a:gdLst/>
            <a:ahLst/>
            <a:cxnLst/>
            <a:rect r="r" b="b" t="t" l="l"/>
            <a:pathLst>
              <a:path h="7953842" w="13284078">
                <a:moveTo>
                  <a:pt x="0" y="0"/>
                </a:moveTo>
                <a:lnTo>
                  <a:pt x="13284078" y="0"/>
                </a:lnTo>
                <a:lnTo>
                  <a:pt x="13284078" y="7953841"/>
                </a:lnTo>
                <a:lnTo>
                  <a:pt x="0" y="7953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851537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871618" y="2665170"/>
            <a:ext cx="3389535" cy="5383379"/>
          </a:xfrm>
          <a:custGeom>
            <a:avLst/>
            <a:gdLst/>
            <a:ahLst/>
            <a:cxnLst/>
            <a:rect r="r" b="b" t="t" l="l"/>
            <a:pathLst>
              <a:path h="5383379" w="3389535">
                <a:moveTo>
                  <a:pt x="0" y="0"/>
                </a:moveTo>
                <a:lnTo>
                  <a:pt x="3389535" y="0"/>
                </a:lnTo>
                <a:lnTo>
                  <a:pt x="3389535" y="5383380"/>
                </a:lnTo>
                <a:lnTo>
                  <a:pt x="0" y="5383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FF0503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Direita - Esquerda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985506" y="2958158"/>
            <a:ext cx="6737531" cy="4797405"/>
          </a:xfrm>
          <a:custGeom>
            <a:avLst/>
            <a:gdLst/>
            <a:ahLst/>
            <a:cxnLst/>
            <a:rect r="r" b="b" t="t" l="l"/>
            <a:pathLst>
              <a:path h="4797405" w="6737531">
                <a:moveTo>
                  <a:pt x="0" y="0"/>
                </a:moveTo>
                <a:lnTo>
                  <a:pt x="6737531" y="0"/>
                </a:lnTo>
                <a:lnTo>
                  <a:pt x="6737531" y="4797404"/>
                </a:lnTo>
                <a:lnTo>
                  <a:pt x="0" y="479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Direita - Esquerda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985506" y="2958158"/>
            <a:ext cx="5996870" cy="5383379"/>
          </a:xfrm>
          <a:custGeom>
            <a:avLst/>
            <a:gdLst/>
            <a:ahLst/>
            <a:cxnLst/>
            <a:rect r="r" b="b" t="t" l="l"/>
            <a:pathLst>
              <a:path h="5383379" w="5996870">
                <a:moveTo>
                  <a:pt x="0" y="0"/>
                </a:moveTo>
                <a:lnTo>
                  <a:pt x="5996870" y="0"/>
                </a:lnTo>
                <a:lnTo>
                  <a:pt x="5996870" y="5383379"/>
                </a:lnTo>
                <a:lnTo>
                  <a:pt x="0" y="5383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729775" y="4881441"/>
            <a:ext cx="2766060" cy="3863340"/>
            <a:chOff x="0" y="0"/>
            <a:chExt cx="728510" cy="10175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8510" cy="1017505"/>
            </a:xfrm>
            <a:custGeom>
              <a:avLst/>
              <a:gdLst/>
              <a:ahLst/>
              <a:cxnLst/>
              <a:rect r="r" b="b" t="t" l="l"/>
              <a:pathLst>
                <a:path h="1017505" w="728510">
                  <a:moveTo>
                    <a:pt x="0" y="0"/>
                  </a:moveTo>
                  <a:lnTo>
                    <a:pt x="728510" y="0"/>
                  </a:lnTo>
                  <a:lnTo>
                    <a:pt x="728510" y="1017505"/>
                  </a:lnTo>
                  <a:lnTo>
                    <a:pt x="0" y="10175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28510" cy="1055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Direita - Esquerda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29775" y="4881441"/>
            <a:ext cx="2766060" cy="3863340"/>
            <a:chOff x="0" y="0"/>
            <a:chExt cx="728510" cy="10175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8510" cy="1017505"/>
            </a:xfrm>
            <a:custGeom>
              <a:avLst/>
              <a:gdLst/>
              <a:ahLst/>
              <a:cxnLst/>
              <a:rect r="r" b="b" t="t" l="l"/>
              <a:pathLst>
                <a:path h="1017505" w="728510">
                  <a:moveTo>
                    <a:pt x="0" y="0"/>
                  </a:moveTo>
                  <a:lnTo>
                    <a:pt x="728510" y="0"/>
                  </a:lnTo>
                  <a:lnTo>
                    <a:pt x="728510" y="1017505"/>
                  </a:lnTo>
                  <a:lnTo>
                    <a:pt x="0" y="10175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28510" cy="1055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789102" y="3126308"/>
            <a:ext cx="7554568" cy="5618473"/>
          </a:xfrm>
          <a:custGeom>
            <a:avLst/>
            <a:gdLst/>
            <a:ahLst/>
            <a:cxnLst/>
            <a:rect r="r" b="b" t="t" l="l"/>
            <a:pathLst>
              <a:path h="5618473" w="7554568">
                <a:moveTo>
                  <a:pt x="0" y="0"/>
                </a:moveTo>
                <a:lnTo>
                  <a:pt x="7554568" y="0"/>
                </a:lnTo>
                <a:lnTo>
                  <a:pt x="7554568" y="5618473"/>
                </a:lnTo>
                <a:lnTo>
                  <a:pt x="0" y="5618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Direita - Esquerda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29775" y="4881441"/>
            <a:ext cx="2766060" cy="3863340"/>
            <a:chOff x="0" y="0"/>
            <a:chExt cx="728510" cy="10175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8510" cy="1017505"/>
            </a:xfrm>
            <a:custGeom>
              <a:avLst/>
              <a:gdLst/>
              <a:ahLst/>
              <a:cxnLst/>
              <a:rect r="r" b="b" t="t" l="l"/>
              <a:pathLst>
                <a:path h="1017505" w="728510">
                  <a:moveTo>
                    <a:pt x="0" y="0"/>
                  </a:moveTo>
                  <a:lnTo>
                    <a:pt x="728510" y="0"/>
                  </a:lnTo>
                  <a:lnTo>
                    <a:pt x="728510" y="1017505"/>
                  </a:lnTo>
                  <a:lnTo>
                    <a:pt x="0" y="10175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28510" cy="1055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70396" y="3410025"/>
            <a:ext cx="6988904" cy="4851340"/>
          </a:xfrm>
          <a:custGeom>
            <a:avLst/>
            <a:gdLst/>
            <a:ahLst/>
            <a:cxnLst/>
            <a:rect r="r" b="b" t="t" l="l"/>
            <a:pathLst>
              <a:path h="4851340" w="6988904">
                <a:moveTo>
                  <a:pt x="0" y="0"/>
                </a:moveTo>
                <a:lnTo>
                  <a:pt x="6988904" y="0"/>
                </a:lnTo>
                <a:lnTo>
                  <a:pt x="6988904" y="4851340"/>
                </a:lnTo>
                <a:lnTo>
                  <a:pt x="0" y="485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409735" y="3040380"/>
            <a:ext cx="2439365" cy="3086100"/>
            <a:chOff x="0" y="0"/>
            <a:chExt cx="642467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2467" cy="812800"/>
            </a:xfrm>
            <a:custGeom>
              <a:avLst/>
              <a:gdLst/>
              <a:ahLst/>
              <a:cxnLst/>
              <a:rect r="r" b="b" t="t" l="l"/>
              <a:pathLst>
                <a:path h="812800" w="642467">
                  <a:moveTo>
                    <a:pt x="161861" y="0"/>
                  </a:moveTo>
                  <a:lnTo>
                    <a:pt x="480606" y="0"/>
                  </a:lnTo>
                  <a:cubicBezTo>
                    <a:pt x="523534" y="0"/>
                    <a:pt x="564704" y="17053"/>
                    <a:pt x="595059" y="47408"/>
                  </a:cubicBezTo>
                  <a:cubicBezTo>
                    <a:pt x="625413" y="77763"/>
                    <a:pt x="642467" y="118933"/>
                    <a:pt x="642467" y="161861"/>
                  </a:cubicBezTo>
                  <a:lnTo>
                    <a:pt x="642467" y="650939"/>
                  </a:lnTo>
                  <a:cubicBezTo>
                    <a:pt x="642467" y="693867"/>
                    <a:pt x="625413" y="735037"/>
                    <a:pt x="595059" y="765392"/>
                  </a:cubicBezTo>
                  <a:cubicBezTo>
                    <a:pt x="564704" y="795747"/>
                    <a:pt x="523534" y="812800"/>
                    <a:pt x="480606" y="812800"/>
                  </a:cubicBezTo>
                  <a:lnTo>
                    <a:pt x="161861" y="812800"/>
                  </a:lnTo>
                  <a:cubicBezTo>
                    <a:pt x="118933" y="812800"/>
                    <a:pt x="77763" y="795747"/>
                    <a:pt x="47408" y="765392"/>
                  </a:cubicBezTo>
                  <a:cubicBezTo>
                    <a:pt x="17053" y="735037"/>
                    <a:pt x="0" y="693867"/>
                    <a:pt x="0" y="650939"/>
                  </a:cubicBezTo>
                  <a:lnTo>
                    <a:pt x="0" y="161861"/>
                  </a:lnTo>
                  <a:cubicBezTo>
                    <a:pt x="0" y="118933"/>
                    <a:pt x="17053" y="77763"/>
                    <a:pt x="47408" y="47408"/>
                  </a:cubicBezTo>
                  <a:cubicBezTo>
                    <a:pt x="77763" y="17053"/>
                    <a:pt x="118933" y="0"/>
                    <a:pt x="1618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4246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Direita - Esquerda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729775" y="4881441"/>
            <a:ext cx="2766060" cy="3863340"/>
            <a:chOff x="0" y="0"/>
            <a:chExt cx="728510" cy="10175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8510" cy="1017505"/>
            </a:xfrm>
            <a:custGeom>
              <a:avLst/>
              <a:gdLst/>
              <a:ahLst/>
              <a:cxnLst/>
              <a:rect r="r" b="b" t="t" l="l"/>
              <a:pathLst>
                <a:path h="1017505" w="728510">
                  <a:moveTo>
                    <a:pt x="0" y="0"/>
                  </a:moveTo>
                  <a:lnTo>
                    <a:pt x="728510" y="0"/>
                  </a:lnTo>
                  <a:lnTo>
                    <a:pt x="728510" y="1017505"/>
                  </a:lnTo>
                  <a:lnTo>
                    <a:pt x="0" y="10175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28510" cy="1055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09735" y="3040380"/>
            <a:ext cx="2439365" cy="3086100"/>
            <a:chOff x="0" y="0"/>
            <a:chExt cx="64246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467" cy="812800"/>
            </a:xfrm>
            <a:custGeom>
              <a:avLst/>
              <a:gdLst/>
              <a:ahLst/>
              <a:cxnLst/>
              <a:rect r="r" b="b" t="t" l="l"/>
              <a:pathLst>
                <a:path h="812800" w="642467">
                  <a:moveTo>
                    <a:pt x="161861" y="0"/>
                  </a:moveTo>
                  <a:lnTo>
                    <a:pt x="480606" y="0"/>
                  </a:lnTo>
                  <a:cubicBezTo>
                    <a:pt x="523534" y="0"/>
                    <a:pt x="564704" y="17053"/>
                    <a:pt x="595059" y="47408"/>
                  </a:cubicBezTo>
                  <a:cubicBezTo>
                    <a:pt x="625413" y="77763"/>
                    <a:pt x="642467" y="118933"/>
                    <a:pt x="642467" y="161861"/>
                  </a:cubicBezTo>
                  <a:lnTo>
                    <a:pt x="642467" y="650939"/>
                  </a:lnTo>
                  <a:cubicBezTo>
                    <a:pt x="642467" y="693867"/>
                    <a:pt x="625413" y="735037"/>
                    <a:pt x="595059" y="765392"/>
                  </a:cubicBezTo>
                  <a:cubicBezTo>
                    <a:pt x="564704" y="795747"/>
                    <a:pt x="523534" y="812800"/>
                    <a:pt x="480606" y="812800"/>
                  </a:cubicBezTo>
                  <a:lnTo>
                    <a:pt x="161861" y="812800"/>
                  </a:lnTo>
                  <a:cubicBezTo>
                    <a:pt x="118933" y="812800"/>
                    <a:pt x="77763" y="795747"/>
                    <a:pt x="47408" y="765392"/>
                  </a:cubicBezTo>
                  <a:cubicBezTo>
                    <a:pt x="17053" y="735037"/>
                    <a:pt x="0" y="693867"/>
                    <a:pt x="0" y="650939"/>
                  </a:cubicBezTo>
                  <a:lnTo>
                    <a:pt x="0" y="161861"/>
                  </a:lnTo>
                  <a:cubicBezTo>
                    <a:pt x="0" y="118933"/>
                    <a:pt x="17053" y="77763"/>
                    <a:pt x="47408" y="47408"/>
                  </a:cubicBezTo>
                  <a:cubicBezTo>
                    <a:pt x="77763" y="17053"/>
                    <a:pt x="118933" y="0"/>
                    <a:pt x="1618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4246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424220" y="2850547"/>
            <a:ext cx="4284333" cy="5386018"/>
          </a:xfrm>
          <a:custGeom>
            <a:avLst/>
            <a:gdLst/>
            <a:ahLst/>
            <a:cxnLst/>
            <a:rect r="r" b="b" t="t" l="l"/>
            <a:pathLst>
              <a:path h="5386018" w="4284333">
                <a:moveTo>
                  <a:pt x="0" y="0"/>
                </a:moveTo>
                <a:lnTo>
                  <a:pt x="4284332" y="0"/>
                </a:lnTo>
                <a:lnTo>
                  <a:pt x="4284332" y="5386018"/>
                </a:lnTo>
                <a:lnTo>
                  <a:pt x="0" y="5386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FF0503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Esquerda - Direita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09735" y="3040380"/>
            <a:ext cx="2439365" cy="3086100"/>
            <a:chOff x="0" y="0"/>
            <a:chExt cx="64246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2467" cy="812800"/>
            </a:xfrm>
            <a:custGeom>
              <a:avLst/>
              <a:gdLst/>
              <a:ahLst/>
              <a:cxnLst/>
              <a:rect r="r" b="b" t="t" l="l"/>
              <a:pathLst>
                <a:path h="812800" w="642467">
                  <a:moveTo>
                    <a:pt x="161861" y="0"/>
                  </a:moveTo>
                  <a:lnTo>
                    <a:pt x="480606" y="0"/>
                  </a:lnTo>
                  <a:cubicBezTo>
                    <a:pt x="523534" y="0"/>
                    <a:pt x="564704" y="17053"/>
                    <a:pt x="595059" y="47408"/>
                  </a:cubicBezTo>
                  <a:cubicBezTo>
                    <a:pt x="625413" y="77763"/>
                    <a:pt x="642467" y="118933"/>
                    <a:pt x="642467" y="161861"/>
                  </a:cubicBezTo>
                  <a:lnTo>
                    <a:pt x="642467" y="650939"/>
                  </a:lnTo>
                  <a:cubicBezTo>
                    <a:pt x="642467" y="693867"/>
                    <a:pt x="625413" y="735037"/>
                    <a:pt x="595059" y="765392"/>
                  </a:cubicBezTo>
                  <a:cubicBezTo>
                    <a:pt x="564704" y="795747"/>
                    <a:pt x="523534" y="812800"/>
                    <a:pt x="480606" y="812800"/>
                  </a:cubicBezTo>
                  <a:lnTo>
                    <a:pt x="161861" y="812800"/>
                  </a:lnTo>
                  <a:cubicBezTo>
                    <a:pt x="118933" y="812800"/>
                    <a:pt x="77763" y="795747"/>
                    <a:pt x="47408" y="765392"/>
                  </a:cubicBezTo>
                  <a:cubicBezTo>
                    <a:pt x="17053" y="735037"/>
                    <a:pt x="0" y="693867"/>
                    <a:pt x="0" y="650939"/>
                  </a:cubicBezTo>
                  <a:lnTo>
                    <a:pt x="0" y="161861"/>
                  </a:lnTo>
                  <a:cubicBezTo>
                    <a:pt x="0" y="118933"/>
                    <a:pt x="17053" y="77763"/>
                    <a:pt x="47408" y="47408"/>
                  </a:cubicBezTo>
                  <a:cubicBezTo>
                    <a:pt x="77763" y="17053"/>
                    <a:pt x="118933" y="0"/>
                    <a:pt x="1618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246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250447" y="2712716"/>
            <a:ext cx="5428841" cy="5661681"/>
          </a:xfrm>
          <a:custGeom>
            <a:avLst/>
            <a:gdLst/>
            <a:ahLst/>
            <a:cxnLst/>
            <a:rect r="r" b="b" t="t" l="l"/>
            <a:pathLst>
              <a:path h="5661681" w="5428841">
                <a:moveTo>
                  <a:pt x="0" y="0"/>
                </a:moveTo>
                <a:lnTo>
                  <a:pt x="5428841" y="0"/>
                </a:lnTo>
                <a:lnTo>
                  <a:pt x="5428841" y="5661680"/>
                </a:lnTo>
                <a:lnTo>
                  <a:pt x="0" y="5661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Esquerda - Direita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873103" y="3040380"/>
            <a:ext cx="5806186" cy="5420097"/>
          </a:xfrm>
          <a:custGeom>
            <a:avLst/>
            <a:gdLst/>
            <a:ahLst/>
            <a:cxnLst/>
            <a:rect r="r" b="b" t="t" l="l"/>
            <a:pathLst>
              <a:path h="5420097" w="5806186">
                <a:moveTo>
                  <a:pt x="0" y="0"/>
                </a:moveTo>
                <a:lnTo>
                  <a:pt x="5806185" y="0"/>
                </a:lnTo>
                <a:lnTo>
                  <a:pt x="5806185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030765" y="3416571"/>
            <a:ext cx="2439365" cy="3086100"/>
            <a:chOff x="0" y="0"/>
            <a:chExt cx="64246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467" cy="812800"/>
            </a:xfrm>
            <a:custGeom>
              <a:avLst/>
              <a:gdLst/>
              <a:ahLst/>
              <a:cxnLst/>
              <a:rect r="r" b="b" t="t" l="l"/>
              <a:pathLst>
                <a:path h="812800" w="642467">
                  <a:moveTo>
                    <a:pt x="161861" y="0"/>
                  </a:moveTo>
                  <a:lnTo>
                    <a:pt x="480606" y="0"/>
                  </a:lnTo>
                  <a:cubicBezTo>
                    <a:pt x="523534" y="0"/>
                    <a:pt x="564704" y="17053"/>
                    <a:pt x="595059" y="47408"/>
                  </a:cubicBezTo>
                  <a:cubicBezTo>
                    <a:pt x="625413" y="77763"/>
                    <a:pt x="642467" y="118933"/>
                    <a:pt x="642467" y="161861"/>
                  </a:cubicBezTo>
                  <a:lnTo>
                    <a:pt x="642467" y="650939"/>
                  </a:lnTo>
                  <a:cubicBezTo>
                    <a:pt x="642467" y="693867"/>
                    <a:pt x="625413" y="735037"/>
                    <a:pt x="595059" y="765392"/>
                  </a:cubicBezTo>
                  <a:cubicBezTo>
                    <a:pt x="564704" y="795747"/>
                    <a:pt x="523534" y="812800"/>
                    <a:pt x="480606" y="812800"/>
                  </a:cubicBezTo>
                  <a:lnTo>
                    <a:pt x="161861" y="812800"/>
                  </a:lnTo>
                  <a:cubicBezTo>
                    <a:pt x="118933" y="812800"/>
                    <a:pt x="77763" y="795747"/>
                    <a:pt x="47408" y="765392"/>
                  </a:cubicBezTo>
                  <a:cubicBezTo>
                    <a:pt x="17053" y="735037"/>
                    <a:pt x="0" y="693867"/>
                    <a:pt x="0" y="650939"/>
                  </a:cubicBezTo>
                  <a:lnTo>
                    <a:pt x="0" y="161861"/>
                  </a:lnTo>
                  <a:cubicBezTo>
                    <a:pt x="0" y="118933"/>
                    <a:pt x="17053" y="77763"/>
                    <a:pt x="47408" y="47408"/>
                  </a:cubicBezTo>
                  <a:cubicBezTo>
                    <a:pt x="77763" y="17053"/>
                    <a:pt x="118933" y="0"/>
                    <a:pt x="1618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4246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Esquerda - Direita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30765" y="3416571"/>
            <a:ext cx="2439365" cy="3086100"/>
            <a:chOff x="0" y="0"/>
            <a:chExt cx="64246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2467" cy="812800"/>
            </a:xfrm>
            <a:custGeom>
              <a:avLst/>
              <a:gdLst/>
              <a:ahLst/>
              <a:cxnLst/>
              <a:rect r="r" b="b" t="t" l="l"/>
              <a:pathLst>
                <a:path h="812800" w="642467">
                  <a:moveTo>
                    <a:pt x="161861" y="0"/>
                  </a:moveTo>
                  <a:lnTo>
                    <a:pt x="480606" y="0"/>
                  </a:lnTo>
                  <a:cubicBezTo>
                    <a:pt x="523534" y="0"/>
                    <a:pt x="564704" y="17053"/>
                    <a:pt x="595059" y="47408"/>
                  </a:cubicBezTo>
                  <a:cubicBezTo>
                    <a:pt x="625413" y="77763"/>
                    <a:pt x="642467" y="118933"/>
                    <a:pt x="642467" y="161861"/>
                  </a:cubicBezTo>
                  <a:lnTo>
                    <a:pt x="642467" y="650939"/>
                  </a:lnTo>
                  <a:cubicBezTo>
                    <a:pt x="642467" y="693867"/>
                    <a:pt x="625413" y="735037"/>
                    <a:pt x="595059" y="765392"/>
                  </a:cubicBezTo>
                  <a:cubicBezTo>
                    <a:pt x="564704" y="795747"/>
                    <a:pt x="523534" y="812800"/>
                    <a:pt x="480606" y="812800"/>
                  </a:cubicBezTo>
                  <a:lnTo>
                    <a:pt x="161861" y="812800"/>
                  </a:lnTo>
                  <a:cubicBezTo>
                    <a:pt x="118933" y="812800"/>
                    <a:pt x="77763" y="795747"/>
                    <a:pt x="47408" y="765392"/>
                  </a:cubicBezTo>
                  <a:cubicBezTo>
                    <a:pt x="17053" y="735037"/>
                    <a:pt x="0" y="693867"/>
                    <a:pt x="0" y="650939"/>
                  </a:cubicBezTo>
                  <a:lnTo>
                    <a:pt x="0" y="161861"/>
                  </a:lnTo>
                  <a:cubicBezTo>
                    <a:pt x="0" y="118933"/>
                    <a:pt x="17053" y="77763"/>
                    <a:pt x="47408" y="47408"/>
                  </a:cubicBezTo>
                  <a:cubicBezTo>
                    <a:pt x="77763" y="17053"/>
                    <a:pt x="118933" y="0"/>
                    <a:pt x="1618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246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63144" y="3301432"/>
            <a:ext cx="8477210" cy="4910893"/>
          </a:xfrm>
          <a:custGeom>
            <a:avLst/>
            <a:gdLst/>
            <a:ahLst/>
            <a:cxnLst/>
            <a:rect r="r" b="b" t="t" l="l"/>
            <a:pathLst>
              <a:path h="4910893" w="8477210">
                <a:moveTo>
                  <a:pt x="0" y="0"/>
                </a:moveTo>
                <a:lnTo>
                  <a:pt x="8477210" y="0"/>
                </a:lnTo>
                <a:lnTo>
                  <a:pt x="8477210" y="4910893"/>
                </a:lnTo>
                <a:lnTo>
                  <a:pt x="0" y="4910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5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Esquerda - Direita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30765" y="3416571"/>
            <a:ext cx="2439365" cy="3086100"/>
            <a:chOff x="0" y="0"/>
            <a:chExt cx="64246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2467" cy="812800"/>
            </a:xfrm>
            <a:custGeom>
              <a:avLst/>
              <a:gdLst/>
              <a:ahLst/>
              <a:cxnLst/>
              <a:rect r="r" b="b" t="t" l="l"/>
              <a:pathLst>
                <a:path h="812800" w="642467">
                  <a:moveTo>
                    <a:pt x="161861" y="0"/>
                  </a:moveTo>
                  <a:lnTo>
                    <a:pt x="480606" y="0"/>
                  </a:lnTo>
                  <a:cubicBezTo>
                    <a:pt x="523534" y="0"/>
                    <a:pt x="564704" y="17053"/>
                    <a:pt x="595059" y="47408"/>
                  </a:cubicBezTo>
                  <a:cubicBezTo>
                    <a:pt x="625413" y="77763"/>
                    <a:pt x="642467" y="118933"/>
                    <a:pt x="642467" y="161861"/>
                  </a:cubicBezTo>
                  <a:lnTo>
                    <a:pt x="642467" y="650939"/>
                  </a:lnTo>
                  <a:cubicBezTo>
                    <a:pt x="642467" y="693867"/>
                    <a:pt x="625413" y="735037"/>
                    <a:pt x="595059" y="765392"/>
                  </a:cubicBezTo>
                  <a:cubicBezTo>
                    <a:pt x="564704" y="795747"/>
                    <a:pt x="523534" y="812800"/>
                    <a:pt x="480606" y="812800"/>
                  </a:cubicBezTo>
                  <a:lnTo>
                    <a:pt x="161861" y="812800"/>
                  </a:lnTo>
                  <a:cubicBezTo>
                    <a:pt x="118933" y="812800"/>
                    <a:pt x="77763" y="795747"/>
                    <a:pt x="47408" y="765392"/>
                  </a:cubicBezTo>
                  <a:cubicBezTo>
                    <a:pt x="17053" y="735037"/>
                    <a:pt x="0" y="693867"/>
                    <a:pt x="0" y="650939"/>
                  </a:cubicBezTo>
                  <a:lnTo>
                    <a:pt x="0" y="161861"/>
                  </a:lnTo>
                  <a:cubicBezTo>
                    <a:pt x="0" y="118933"/>
                    <a:pt x="17053" y="77763"/>
                    <a:pt x="47408" y="47408"/>
                  </a:cubicBezTo>
                  <a:cubicBezTo>
                    <a:pt x="77763" y="17053"/>
                    <a:pt x="118933" y="0"/>
                    <a:pt x="1618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246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539179" y="3416571"/>
            <a:ext cx="6474033" cy="4641436"/>
          </a:xfrm>
          <a:custGeom>
            <a:avLst/>
            <a:gdLst/>
            <a:ahLst/>
            <a:cxnLst/>
            <a:rect r="r" b="b" t="t" l="l"/>
            <a:pathLst>
              <a:path h="4641436" w="6474033">
                <a:moveTo>
                  <a:pt x="0" y="0"/>
                </a:moveTo>
                <a:lnTo>
                  <a:pt x="6474033" y="0"/>
                </a:lnTo>
                <a:lnTo>
                  <a:pt x="6474033" y="4641437"/>
                </a:lnTo>
                <a:lnTo>
                  <a:pt x="0" y="4641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95996" y="3911871"/>
            <a:ext cx="5907682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9735" y="1028700"/>
            <a:ext cx="8313303" cy="8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  <a:spcBef>
                <a:spcPct val="0"/>
              </a:spcBef>
            </a:pPr>
            <a:r>
              <a:rPr lang="en-US" b="true" sz="5463" spc="-109">
                <a:solidFill>
                  <a:srgbClr val="000000"/>
                </a:solidFill>
                <a:latin typeface="Antonio Bold"/>
                <a:ea typeface="Antonio Bold"/>
                <a:cs typeface="Antonio Bold"/>
                <a:sym typeface="Antonio Bold"/>
              </a:rPr>
              <a:t>Rotação Dupla Esquerda - Direita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13553" y="152324"/>
            <a:ext cx="6460894" cy="1508911"/>
            <a:chOff x="0" y="0"/>
            <a:chExt cx="8156569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8118596" cy="1872434"/>
            </a:xfrm>
            <a:custGeom>
              <a:avLst/>
              <a:gdLst/>
              <a:ahLst/>
              <a:cxnLst/>
              <a:rect r="r" b="b" t="t" l="l"/>
              <a:pathLst>
                <a:path h="1872434" w="8118596">
                  <a:moveTo>
                    <a:pt x="7020681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419178"/>
                    <a:pt x="8118596" y="936271"/>
                  </a:cubicBezTo>
                  <a:cubicBezTo>
                    <a:pt x="8118469" y="1453257"/>
                    <a:pt x="7626979" y="1872434"/>
                    <a:pt x="7020681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6569" cy="1904928"/>
            </a:xfrm>
            <a:custGeom>
              <a:avLst/>
              <a:gdLst/>
              <a:ahLst/>
              <a:cxnLst/>
              <a:rect r="r" b="b" t="t" l="l"/>
              <a:pathLst>
                <a:path h="1904928" w="8156569">
                  <a:moveTo>
                    <a:pt x="7039731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427301"/>
                    <a:pt x="8156569" y="952518"/>
                  </a:cubicBezTo>
                  <a:cubicBezTo>
                    <a:pt x="8156569" y="1477627"/>
                    <a:pt x="7655554" y="1904928"/>
                    <a:pt x="7039731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7039858" y="1872542"/>
                  </a:lnTo>
                  <a:cubicBezTo>
                    <a:pt x="7634599" y="1872542"/>
                    <a:pt x="8118596" y="1459864"/>
                    <a:pt x="8118596" y="952518"/>
                  </a:cubicBezTo>
                  <a:cubicBezTo>
                    <a:pt x="8118469" y="445173"/>
                    <a:pt x="7634599" y="32494"/>
                    <a:pt x="7039731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93581" y="2020111"/>
            <a:ext cx="13463355" cy="8061184"/>
          </a:xfrm>
          <a:custGeom>
            <a:avLst/>
            <a:gdLst/>
            <a:ahLst/>
            <a:cxnLst/>
            <a:rect r="r" b="b" t="t" l="l"/>
            <a:pathLst>
              <a:path h="8061184" w="13463355">
                <a:moveTo>
                  <a:pt x="0" y="0"/>
                </a:moveTo>
                <a:lnTo>
                  <a:pt x="13463355" y="0"/>
                </a:lnTo>
                <a:lnTo>
                  <a:pt x="13463355" y="8061184"/>
                </a:lnTo>
                <a:lnTo>
                  <a:pt x="0" y="8061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59076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Hora do Código!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3140" y="3745985"/>
            <a:ext cx="6460894" cy="2270911"/>
            <a:chOff x="0" y="0"/>
            <a:chExt cx="8156569" cy="2866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24452"/>
              <a:ext cx="8118596" cy="2818012"/>
            </a:xfrm>
            <a:custGeom>
              <a:avLst/>
              <a:gdLst/>
              <a:ahLst/>
              <a:cxnLst/>
              <a:rect r="r" b="b" t="t" l="l"/>
              <a:pathLst>
                <a:path h="2818012" w="8118596">
                  <a:moveTo>
                    <a:pt x="7020681" y="2818012"/>
                  </a:moveTo>
                  <a:lnTo>
                    <a:pt x="1097788" y="2818012"/>
                  </a:lnTo>
                  <a:cubicBezTo>
                    <a:pt x="491490" y="2818012"/>
                    <a:pt x="0" y="2187151"/>
                    <a:pt x="0" y="1408925"/>
                  </a:cubicBezTo>
                  <a:cubicBezTo>
                    <a:pt x="0" y="630862"/>
                    <a:pt x="491490" y="0"/>
                    <a:pt x="1097788" y="0"/>
                  </a:cubicBezTo>
                  <a:lnTo>
                    <a:pt x="7020808" y="0"/>
                  </a:lnTo>
                  <a:cubicBezTo>
                    <a:pt x="7627106" y="0"/>
                    <a:pt x="8118596" y="630862"/>
                    <a:pt x="8118596" y="1409088"/>
                  </a:cubicBezTo>
                  <a:cubicBezTo>
                    <a:pt x="8118469" y="2187151"/>
                    <a:pt x="7626979" y="2818012"/>
                    <a:pt x="7020681" y="2818012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56569" cy="2866916"/>
            </a:xfrm>
            <a:custGeom>
              <a:avLst/>
              <a:gdLst/>
              <a:ahLst/>
              <a:cxnLst/>
              <a:rect r="r" b="b" t="t" l="l"/>
              <a:pathLst>
                <a:path h="2866916" w="8156569">
                  <a:moveTo>
                    <a:pt x="7039731" y="2866916"/>
                  </a:moveTo>
                  <a:lnTo>
                    <a:pt x="1116838" y="2866916"/>
                  </a:lnTo>
                  <a:cubicBezTo>
                    <a:pt x="501015" y="2866916"/>
                    <a:pt x="0" y="2223829"/>
                    <a:pt x="0" y="1433540"/>
                  </a:cubicBezTo>
                  <a:cubicBezTo>
                    <a:pt x="0" y="643088"/>
                    <a:pt x="501015" y="0"/>
                    <a:pt x="1116838" y="0"/>
                  </a:cubicBezTo>
                  <a:lnTo>
                    <a:pt x="7039858" y="0"/>
                  </a:lnTo>
                  <a:cubicBezTo>
                    <a:pt x="7655554" y="0"/>
                    <a:pt x="8156569" y="643088"/>
                    <a:pt x="8156569" y="1433540"/>
                  </a:cubicBezTo>
                  <a:cubicBezTo>
                    <a:pt x="8156569" y="2223829"/>
                    <a:pt x="7655554" y="2866916"/>
                    <a:pt x="7039731" y="2866916"/>
                  </a:cubicBezTo>
                  <a:close/>
                  <a:moveTo>
                    <a:pt x="1116838" y="48904"/>
                  </a:moveTo>
                  <a:cubicBezTo>
                    <a:pt x="521970" y="48904"/>
                    <a:pt x="38100" y="669985"/>
                    <a:pt x="38100" y="1433540"/>
                  </a:cubicBezTo>
                  <a:cubicBezTo>
                    <a:pt x="38100" y="2196932"/>
                    <a:pt x="521970" y="2818176"/>
                    <a:pt x="1116838" y="2818176"/>
                  </a:cubicBezTo>
                  <a:lnTo>
                    <a:pt x="7039858" y="2818176"/>
                  </a:lnTo>
                  <a:cubicBezTo>
                    <a:pt x="7634599" y="2818176"/>
                    <a:pt x="8118596" y="2197095"/>
                    <a:pt x="8118596" y="1433540"/>
                  </a:cubicBezTo>
                  <a:cubicBezTo>
                    <a:pt x="8118469" y="669985"/>
                    <a:pt x="7634599" y="48904"/>
                    <a:pt x="7039731" y="48904"/>
                  </a:cubicBezTo>
                  <a:lnTo>
                    <a:pt x="1116838" y="4890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95996" y="4295729"/>
            <a:ext cx="5907682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Árvores AVL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77458" y="2092667"/>
            <a:ext cx="7351404" cy="6101665"/>
          </a:xfrm>
          <a:custGeom>
            <a:avLst/>
            <a:gdLst/>
            <a:ahLst/>
            <a:cxnLst/>
            <a:rect r="r" b="b" t="t" l="l"/>
            <a:pathLst>
              <a:path h="6101665" w="7351404">
                <a:moveTo>
                  <a:pt x="0" y="0"/>
                </a:moveTo>
                <a:lnTo>
                  <a:pt x="7351404" y="0"/>
                </a:lnTo>
                <a:lnTo>
                  <a:pt x="7351404" y="6101666"/>
                </a:lnTo>
                <a:lnTo>
                  <a:pt x="0" y="6101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1473" y="15232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85393" y="2096614"/>
            <a:ext cx="13849914" cy="7617453"/>
          </a:xfrm>
          <a:custGeom>
            <a:avLst/>
            <a:gdLst/>
            <a:ahLst/>
            <a:cxnLst/>
            <a:rect r="r" b="b" t="t" l="l"/>
            <a:pathLst>
              <a:path h="7617453" w="13849914">
                <a:moveTo>
                  <a:pt x="0" y="0"/>
                </a:moveTo>
                <a:lnTo>
                  <a:pt x="13849914" y="0"/>
                </a:lnTo>
                <a:lnTo>
                  <a:pt x="13849914" y="7617453"/>
                </a:lnTo>
                <a:lnTo>
                  <a:pt x="0" y="7617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Qual o fator dos nós?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1473" y="15232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985393" y="2096614"/>
            <a:ext cx="13849914" cy="7617453"/>
          </a:xfrm>
          <a:custGeom>
            <a:avLst/>
            <a:gdLst/>
            <a:ahLst/>
            <a:cxnLst/>
            <a:rect r="r" b="b" t="t" l="l"/>
            <a:pathLst>
              <a:path h="7617453" w="13849914">
                <a:moveTo>
                  <a:pt x="0" y="0"/>
                </a:moveTo>
                <a:lnTo>
                  <a:pt x="13849914" y="0"/>
                </a:lnTo>
                <a:lnTo>
                  <a:pt x="13849914" y="7617453"/>
                </a:lnTo>
                <a:lnTo>
                  <a:pt x="0" y="7617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Qual o fator dos nós?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1473" y="15232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14715" y="2096614"/>
            <a:ext cx="14320593" cy="7876326"/>
          </a:xfrm>
          <a:custGeom>
            <a:avLst/>
            <a:gdLst/>
            <a:ahLst/>
            <a:cxnLst/>
            <a:rect r="r" b="b" t="t" l="l"/>
            <a:pathLst>
              <a:path h="7876326" w="14320593">
                <a:moveTo>
                  <a:pt x="0" y="0"/>
                </a:moveTo>
                <a:lnTo>
                  <a:pt x="14320592" y="0"/>
                </a:lnTo>
                <a:lnTo>
                  <a:pt x="14320592" y="7876326"/>
                </a:lnTo>
                <a:lnTo>
                  <a:pt x="0" y="7876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08809" y="38766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Qual o fator dos nós?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1473" y="15232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14715" y="2096614"/>
            <a:ext cx="14320593" cy="7876326"/>
          </a:xfrm>
          <a:custGeom>
            <a:avLst/>
            <a:gdLst/>
            <a:ahLst/>
            <a:cxnLst/>
            <a:rect r="r" b="b" t="t" l="l"/>
            <a:pathLst>
              <a:path h="7876326" w="14320593">
                <a:moveTo>
                  <a:pt x="0" y="0"/>
                </a:moveTo>
                <a:lnTo>
                  <a:pt x="14320592" y="0"/>
                </a:lnTo>
                <a:lnTo>
                  <a:pt x="14320592" y="7876326"/>
                </a:lnTo>
                <a:lnTo>
                  <a:pt x="0" y="7876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14715" y="2096614"/>
            <a:ext cx="14320593" cy="7876326"/>
          </a:xfrm>
          <a:custGeom>
            <a:avLst/>
            <a:gdLst/>
            <a:ahLst/>
            <a:cxnLst/>
            <a:rect r="r" b="b" t="t" l="l"/>
            <a:pathLst>
              <a:path h="7876326" w="14320593">
                <a:moveTo>
                  <a:pt x="0" y="0"/>
                </a:moveTo>
                <a:lnTo>
                  <a:pt x="14320592" y="0"/>
                </a:lnTo>
                <a:lnTo>
                  <a:pt x="14320592" y="7876326"/>
                </a:lnTo>
                <a:lnTo>
                  <a:pt x="0" y="7876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08809" y="38766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Qual o fator dos nós?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26619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10341" y="2274655"/>
            <a:ext cx="13032991" cy="7689465"/>
          </a:xfrm>
          <a:custGeom>
            <a:avLst/>
            <a:gdLst/>
            <a:ahLst/>
            <a:cxnLst/>
            <a:rect r="r" b="b" t="t" l="l"/>
            <a:pathLst>
              <a:path h="7689465" w="13032991">
                <a:moveTo>
                  <a:pt x="0" y="0"/>
                </a:moveTo>
                <a:lnTo>
                  <a:pt x="13032991" y="0"/>
                </a:lnTo>
                <a:lnTo>
                  <a:pt x="13032991" y="7689464"/>
                </a:lnTo>
                <a:lnTo>
                  <a:pt x="0" y="76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461962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Decidindo a rotação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15232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29931" y="2095070"/>
            <a:ext cx="13032991" cy="7689465"/>
          </a:xfrm>
          <a:custGeom>
            <a:avLst/>
            <a:gdLst/>
            <a:ahLst/>
            <a:cxnLst/>
            <a:rect r="r" b="b" t="t" l="l"/>
            <a:pathLst>
              <a:path h="7689465" w="13032991">
                <a:moveTo>
                  <a:pt x="0" y="0"/>
                </a:moveTo>
                <a:lnTo>
                  <a:pt x="13032991" y="0"/>
                </a:lnTo>
                <a:lnTo>
                  <a:pt x="13032991" y="7689464"/>
                </a:lnTo>
                <a:lnTo>
                  <a:pt x="0" y="76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38766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Decidindo a rotação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610341" y="2285570"/>
            <a:ext cx="13032991" cy="7689465"/>
          </a:xfrm>
          <a:custGeom>
            <a:avLst/>
            <a:gdLst/>
            <a:ahLst/>
            <a:cxnLst/>
            <a:rect r="r" b="b" t="t" l="l"/>
            <a:pathLst>
              <a:path h="7689465" w="13032991">
                <a:moveTo>
                  <a:pt x="0" y="0"/>
                </a:moveTo>
                <a:lnTo>
                  <a:pt x="13032991" y="0"/>
                </a:lnTo>
                <a:lnTo>
                  <a:pt x="13032991" y="7689464"/>
                </a:lnTo>
                <a:lnTo>
                  <a:pt x="0" y="7689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Decidindo a rotação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64713" y="16756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51286" y="2316050"/>
            <a:ext cx="13224607" cy="7802518"/>
          </a:xfrm>
          <a:custGeom>
            <a:avLst/>
            <a:gdLst/>
            <a:ahLst/>
            <a:cxnLst/>
            <a:rect r="r" b="b" t="t" l="l"/>
            <a:pathLst>
              <a:path h="7802518" w="13224607">
                <a:moveTo>
                  <a:pt x="0" y="0"/>
                </a:moveTo>
                <a:lnTo>
                  <a:pt x="13224608" y="0"/>
                </a:lnTo>
                <a:lnTo>
                  <a:pt x="13224608" y="7802518"/>
                </a:lnTo>
                <a:lnTo>
                  <a:pt x="0" y="7802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62049" y="40290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Decidindo a rotação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44634" y="1853860"/>
            <a:ext cx="14063762" cy="8297620"/>
          </a:xfrm>
          <a:custGeom>
            <a:avLst/>
            <a:gdLst/>
            <a:ahLst/>
            <a:cxnLst/>
            <a:rect r="r" b="b" t="t" l="l"/>
            <a:pathLst>
              <a:path h="8297620" w="14063762">
                <a:moveTo>
                  <a:pt x="0" y="0"/>
                </a:moveTo>
                <a:lnTo>
                  <a:pt x="14063763" y="0"/>
                </a:lnTo>
                <a:lnTo>
                  <a:pt x="14063763" y="8297620"/>
                </a:lnTo>
                <a:lnTo>
                  <a:pt x="0" y="8297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314201" y="1853860"/>
            <a:ext cx="14063762" cy="8297620"/>
          </a:xfrm>
          <a:custGeom>
            <a:avLst/>
            <a:gdLst/>
            <a:ahLst/>
            <a:cxnLst/>
            <a:rect r="r" b="b" t="t" l="l"/>
            <a:pathLst>
              <a:path h="8297620" w="14063762">
                <a:moveTo>
                  <a:pt x="0" y="0"/>
                </a:moveTo>
                <a:lnTo>
                  <a:pt x="14063763" y="0"/>
                </a:lnTo>
                <a:lnTo>
                  <a:pt x="14063763" y="8297620"/>
                </a:lnTo>
                <a:lnTo>
                  <a:pt x="0" y="8297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20881" y="1860490"/>
            <a:ext cx="14052526" cy="8290990"/>
          </a:xfrm>
          <a:custGeom>
            <a:avLst/>
            <a:gdLst/>
            <a:ahLst/>
            <a:cxnLst/>
            <a:rect r="r" b="b" t="t" l="l"/>
            <a:pathLst>
              <a:path h="8290990" w="14052526">
                <a:moveTo>
                  <a:pt x="0" y="0"/>
                </a:moveTo>
                <a:lnTo>
                  <a:pt x="14052526" y="0"/>
                </a:lnTo>
                <a:lnTo>
                  <a:pt x="14052526" y="8290990"/>
                </a:lnTo>
                <a:lnTo>
                  <a:pt x="0" y="829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420881" y="1860490"/>
            <a:ext cx="14052526" cy="8290990"/>
          </a:xfrm>
          <a:custGeom>
            <a:avLst/>
            <a:gdLst/>
            <a:ahLst/>
            <a:cxnLst/>
            <a:rect r="r" b="b" t="t" l="l"/>
            <a:pathLst>
              <a:path h="8290990" w="14052526">
                <a:moveTo>
                  <a:pt x="0" y="0"/>
                </a:moveTo>
                <a:lnTo>
                  <a:pt x="14052526" y="0"/>
                </a:lnTo>
                <a:lnTo>
                  <a:pt x="14052526" y="8290990"/>
                </a:lnTo>
                <a:lnTo>
                  <a:pt x="0" y="829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61801" y="1860490"/>
            <a:ext cx="14052526" cy="8290990"/>
          </a:xfrm>
          <a:custGeom>
            <a:avLst/>
            <a:gdLst/>
            <a:ahLst/>
            <a:cxnLst/>
            <a:rect r="r" b="b" t="t" l="l"/>
            <a:pathLst>
              <a:path h="8290990" w="14052526">
                <a:moveTo>
                  <a:pt x="0" y="0"/>
                </a:moveTo>
                <a:lnTo>
                  <a:pt x="14052526" y="0"/>
                </a:lnTo>
                <a:lnTo>
                  <a:pt x="14052526" y="8290990"/>
                </a:lnTo>
                <a:lnTo>
                  <a:pt x="0" y="829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09401" y="1860490"/>
            <a:ext cx="14052526" cy="8290990"/>
          </a:xfrm>
          <a:custGeom>
            <a:avLst/>
            <a:gdLst/>
            <a:ahLst/>
            <a:cxnLst/>
            <a:rect r="r" b="b" t="t" l="l"/>
            <a:pathLst>
              <a:path h="8290990" w="14052526">
                <a:moveTo>
                  <a:pt x="0" y="0"/>
                </a:moveTo>
                <a:lnTo>
                  <a:pt x="14052526" y="0"/>
                </a:lnTo>
                <a:lnTo>
                  <a:pt x="14052526" y="8290990"/>
                </a:lnTo>
                <a:lnTo>
                  <a:pt x="0" y="829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36343" y="1860490"/>
            <a:ext cx="14220166" cy="8389898"/>
          </a:xfrm>
          <a:custGeom>
            <a:avLst/>
            <a:gdLst/>
            <a:ahLst/>
            <a:cxnLst/>
            <a:rect r="r" b="b" t="t" l="l"/>
            <a:pathLst>
              <a:path h="8389898" w="14220166">
                <a:moveTo>
                  <a:pt x="0" y="0"/>
                </a:moveTo>
                <a:lnTo>
                  <a:pt x="14220166" y="0"/>
                </a:lnTo>
                <a:lnTo>
                  <a:pt x="14220166" y="8389898"/>
                </a:lnTo>
                <a:lnTo>
                  <a:pt x="0" y="8389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16753" y="1853860"/>
            <a:ext cx="14220166" cy="8389898"/>
          </a:xfrm>
          <a:custGeom>
            <a:avLst/>
            <a:gdLst/>
            <a:ahLst/>
            <a:cxnLst/>
            <a:rect r="r" b="b" t="t" l="l"/>
            <a:pathLst>
              <a:path h="8389898" w="14220166">
                <a:moveTo>
                  <a:pt x="0" y="0"/>
                </a:moveTo>
                <a:lnTo>
                  <a:pt x="14220166" y="0"/>
                </a:lnTo>
                <a:lnTo>
                  <a:pt x="14220166" y="8389898"/>
                </a:lnTo>
                <a:lnTo>
                  <a:pt x="0" y="8389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999697" y="1853860"/>
            <a:ext cx="14293457" cy="8433140"/>
          </a:xfrm>
          <a:custGeom>
            <a:avLst/>
            <a:gdLst/>
            <a:ahLst/>
            <a:cxnLst/>
            <a:rect r="r" b="b" t="t" l="l"/>
            <a:pathLst>
              <a:path h="8433140" w="14293457">
                <a:moveTo>
                  <a:pt x="0" y="0"/>
                </a:moveTo>
                <a:lnTo>
                  <a:pt x="14293458" y="0"/>
                </a:lnTo>
                <a:lnTo>
                  <a:pt x="14293458" y="8433140"/>
                </a:lnTo>
                <a:lnTo>
                  <a:pt x="0" y="843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33683" y="1917079"/>
            <a:ext cx="14186306" cy="8369921"/>
          </a:xfrm>
          <a:custGeom>
            <a:avLst/>
            <a:gdLst/>
            <a:ahLst/>
            <a:cxnLst/>
            <a:rect r="r" b="b" t="t" l="l"/>
            <a:pathLst>
              <a:path h="8369921" w="14186306">
                <a:moveTo>
                  <a:pt x="0" y="0"/>
                </a:moveTo>
                <a:lnTo>
                  <a:pt x="14186306" y="0"/>
                </a:lnTo>
                <a:lnTo>
                  <a:pt x="14186306" y="8369921"/>
                </a:lnTo>
                <a:lnTo>
                  <a:pt x="0" y="836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33683" y="1917079"/>
            <a:ext cx="14186306" cy="8369921"/>
          </a:xfrm>
          <a:custGeom>
            <a:avLst/>
            <a:gdLst/>
            <a:ahLst/>
            <a:cxnLst/>
            <a:rect r="r" b="b" t="t" l="l"/>
            <a:pathLst>
              <a:path h="8369921" w="14186306">
                <a:moveTo>
                  <a:pt x="0" y="0"/>
                </a:moveTo>
                <a:lnTo>
                  <a:pt x="14186306" y="0"/>
                </a:lnTo>
                <a:lnTo>
                  <a:pt x="14186306" y="8369921"/>
                </a:lnTo>
                <a:lnTo>
                  <a:pt x="0" y="836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95949" y="1853860"/>
            <a:ext cx="14100955" cy="8319564"/>
          </a:xfrm>
          <a:custGeom>
            <a:avLst/>
            <a:gdLst/>
            <a:ahLst/>
            <a:cxnLst/>
            <a:rect r="r" b="b" t="t" l="l"/>
            <a:pathLst>
              <a:path h="8319564" w="14100955">
                <a:moveTo>
                  <a:pt x="0" y="0"/>
                </a:moveTo>
                <a:lnTo>
                  <a:pt x="14100955" y="0"/>
                </a:lnTo>
                <a:lnTo>
                  <a:pt x="14100955" y="8319564"/>
                </a:lnTo>
                <a:lnTo>
                  <a:pt x="0" y="8319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20052" y="1905418"/>
            <a:ext cx="14013569" cy="8268006"/>
          </a:xfrm>
          <a:custGeom>
            <a:avLst/>
            <a:gdLst/>
            <a:ahLst/>
            <a:cxnLst/>
            <a:rect r="r" b="b" t="t" l="l"/>
            <a:pathLst>
              <a:path h="8268006" w="14013569">
                <a:moveTo>
                  <a:pt x="0" y="0"/>
                </a:moveTo>
                <a:lnTo>
                  <a:pt x="14013569" y="0"/>
                </a:lnTo>
                <a:lnTo>
                  <a:pt x="14013569" y="8268006"/>
                </a:lnTo>
                <a:lnTo>
                  <a:pt x="0" y="8268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23801" y="1853860"/>
            <a:ext cx="14206071" cy="8381582"/>
          </a:xfrm>
          <a:custGeom>
            <a:avLst/>
            <a:gdLst/>
            <a:ahLst/>
            <a:cxnLst/>
            <a:rect r="r" b="b" t="t" l="l"/>
            <a:pathLst>
              <a:path h="8381582" w="14206071">
                <a:moveTo>
                  <a:pt x="0" y="0"/>
                </a:moveTo>
                <a:lnTo>
                  <a:pt x="14206071" y="0"/>
                </a:lnTo>
                <a:lnTo>
                  <a:pt x="14206071" y="8381582"/>
                </a:lnTo>
                <a:lnTo>
                  <a:pt x="0" y="838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43391" y="1853860"/>
            <a:ext cx="14206071" cy="8381582"/>
          </a:xfrm>
          <a:custGeom>
            <a:avLst/>
            <a:gdLst/>
            <a:ahLst/>
            <a:cxnLst/>
            <a:rect r="r" b="b" t="t" l="l"/>
            <a:pathLst>
              <a:path h="8381582" w="14206071">
                <a:moveTo>
                  <a:pt x="0" y="0"/>
                </a:moveTo>
                <a:lnTo>
                  <a:pt x="14206071" y="0"/>
                </a:lnTo>
                <a:lnTo>
                  <a:pt x="14206071" y="8381582"/>
                </a:lnTo>
                <a:lnTo>
                  <a:pt x="0" y="838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43391" y="1853860"/>
            <a:ext cx="14206071" cy="8381582"/>
          </a:xfrm>
          <a:custGeom>
            <a:avLst/>
            <a:gdLst/>
            <a:ahLst/>
            <a:cxnLst/>
            <a:rect r="r" b="b" t="t" l="l"/>
            <a:pathLst>
              <a:path h="8381582" w="14206071">
                <a:moveTo>
                  <a:pt x="0" y="0"/>
                </a:moveTo>
                <a:lnTo>
                  <a:pt x="14206071" y="0"/>
                </a:lnTo>
                <a:lnTo>
                  <a:pt x="14206071" y="8381582"/>
                </a:lnTo>
                <a:lnTo>
                  <a:pt x="0" y="838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43391" y="1853860"/>
            <a:ext cx="14206071" cy="8381582"/>
          </a:xfrm>
          <a:custGeom>
            <a:avLst/>
            <a:gdLst/>
            <a:ahLst/>
            <a:cxnLst/>
            <a:rect r="r" b="b" t="t" l="l"/>
            <a:pathLst>
              <a:path h="8381582" w="14206071">
                <a:moveTo>
                  <a:pt x="0" y="0"/>
                </a:moveTo>
                <a:lnTo>
                  <a:pt x="14206071" y="0"/>
                </a:lnTo>
                <a:lnTo>
                  <a:pt x="14206071" y="8381582"/>
                </a:lnTo>
                <a:lnTo>
                  <a:pt x="0" y="838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43391" y="1853860"/>
            <a:ext cx="14206071" cy="8381582"/>
          </a:xfrm>
          <a:custGeom>
            <a:avLst/>
            <a:gdLst/>
            <a:ahLst/>
            <a:cxnLst/>
            <a:rect r="r" b="b" t="t" l="l"/>
            <a:pathLst>
              <a:path h="8381582" w="14206071">
                <a:moveTo>
                  <a:pt x="0" y="0"/>
                </a:moveTo>
                <a:lnTo>
                  <a:pt x="14206071" y="0"/>
                </a:lnTo>
                <a:lnTo>
                  <a:pt x="14206071" y="8381582"/>
                </a:lnTo>
                <a:lnTo>
                  <a:pt x="0" y="838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043391" y="1853860"/>
            <a:ext cx="14056414" cy="8293284"/>
          </a:xfrm>
          <a:custGeom>
            <a:avLst/>
            <a:gdLst/>
            <a:ahLst/>
            <a:cxnLst/>
            <a:rect r="r" b="b" t="t" l="l"/>
            <a:pathLst>
              <a:path h="8293284" w="14056414">
                <a:moveTo>
                  <a:pt x="0" y="0"/>
                </a:moveTo>
                <a:lnTo>
                  <a:pt x="14056414" y="0"/>
                </a:lnTo>
                <a:lnTo>
                  <a:pt x="14056414" y="8293285"/>
                </a:lnTo>
                <a:lnTo>
                  <a:pt x="0" y="8293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18219" y="1853860"/>
            <a:ext cx="14056414" cy="8293284"/>
          </a:xfrm>
          <a:custGeom>
            <a:avLst/>
            <a:gdLst/>
            <a:ahLst/>
            <a:cxnLst/>
            <a:rect r="r" b="b" t="t" l="l"/>
            <a:pathLst>
              <a:path h="8293284" w="14056414">
                <a:moveTo>
                  <a:pt x="0" y="0"/>
                </a:moveTo>
                <a:lnTo>
                  <a:pt x="14056414" y="0"/>
                </a:lnTo>
                <a:lnTo>
                  <a:pt x="14056414" y="8293285"/>
                </a:lnTo>
                <a:lnTo>
                  <a:pt x="0" y="8293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754" y="-1764030"/>
            <a:ext cx="18585180" cy="3617890"/>
            <a:chOff x="0" y="0"/>
            <a:chExt cx="4894862" cy="9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862" cy="952860"/>
            </a:xfrm>
            <a:custGeom>
              <a:avLst/>
              <a:gdLst/>
              <a:ahLst/>
              <a:cxnLst/>
              <a:rect r="r" b="b" t="t" l="l"/>
              <a:pathLst>
                <a:path h="952860" w="4894862">
                  <a:moveTo>
                    <a:pt x="0" y="0"/>
                  </a:moveTo>
                  <a:lnTo>
                    <a:pt x="4894862" y="0"/>
                  </a:lnTo>
                  <a:lnTo>
                    <a:pt x="4894862" y="952860"/>
                  </a:lnTo>
                  <a:lnTo>
                    <a:pt x="0" y="952860"/>
                  </a:lnTo>
                  <a:close/>
                </a:path>
              </a:pathLst>
            </a:custGeom>
            <a:solidFill>
              <a:srgbClr val="48B2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862" cy="9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47549" y="274244"/>
            <a:ext cx="10758574" cy="1508911"/>
            <a:chOff x="0" y="0"/>
            <a:chExt cx="13582183" cy="1904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050" y="16247"/>
              <a:ext cx="13544210" cy="1872434"/>
            </a:xfrm>
            <a:custGeom>
              <a:avLst/>
              <a:gdLst/>
              <a:ahLst/>
              <a:cxnLst/>
              <a:rect r="r" b="b" t="t" l="l"/>
              <a:pathLst>
                <a:path h="1872434" w="13544210">
                  <a:moveTo>
                    <a:pt x="12446295" y="1872434"/>
                  </a:moveTo>
                  <a:lnTo>
                    <a:pt x="1097788" y="1872434"/>
                  </a:lnTo>
                  <a:cubicBezTo>
                    <a:pt x="491490" y="1872434"/>
                    <a:pt x="0" y="1453257"/>
                    <a:pt x="0" y="936163"/>
                  </a:cubicBezTo>
                  <a:cubicBezTo>
                    <a:pt x="0" y="419178"/>
                    <a:pt x="491490" y="0"/>
                    <a:pt x="1097788" y="0"/>
                  </a:cubicBezTo>
                  <a:lnTo>
                    <a:pt x="12446422" y="0"/>
                  </a:lnTo>
                  <a:cubicBezTo>
                    <a:pt x="13052721" y="0"/>
                    <a:pt x="13544210" y="419178"/>
                    <a:pt x="13544210" y="936271"/>
                  </a:cubicBezTo>
                  <a:cubicBezTo>
                    <a:pt x="13544083" y="1453257"/>
                    <a:pt x="13052594" y="1872434"/>
                    <a:pt x="12446295" y="187243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582183" cy="1904928"/>
            </a:xfrm>
            <a:custGeom>
              <a:avLst/>
              <a:gdLst/>
              <a:ahLst/>
              <a:cxnLst/>
              <a:rect r="r" b="b" t="t" l="l"/>
              <a:pathLst>
                <a:path h="1904928" w="13582183">
                  <a:moveTo>
                    <a:pt x="12465345" y="1904928"/>
                  </a:moveTo>
                  <a:lnTo>
                    <a:pt x="1116838" y="1904928"/>
                  </a:lnTo>
                  <a:cubicBezTo>
                    <a:pt x="501015" y="1904928"/>
                    <a:pt x="0" y="1477627"/>
                    <a:pt x="0" y="952518"/>
                  </a:cubicBezTo>
                  <a:cubicBezTo>
                    <a:pt x="0" y="427301"/>
                    <a:pt x="501015" y="0"/>
                    <a:pt x="1116838" y="0"/>
                  </a:cubicBezTo>
                  <a:lnTo>
                    <a:pt x="12465472" y="0"/>
                  </a:lnTo>
                  <a:cubicBezTo>
                    <a:pt x="13081169" y="0"/>
                    <a:pt x="13582183" y="427301"/>
                    <a:pt x="13582183" y="952518"/>
                  </a:cubicBezTo>
                  <a:cubicBezTo>
                    <a:pt x="13582183" y="1477627"/>
                    <a:pt x="13081169" y="1904928"/>
                    <a:pt x="12465345" y="1904928"/>
                  </a:cubicBezTo>
                  <a:close/>
                  <a:moveTo>
                    <a:pt x="1116838" y="32494"/>
                  </a:moveTo>
                  <a:cubicBezTo>
                    <a:pt x="521970" y="32494"/>
                    <a:pt x="38100" y="445173"/>
                    <a:pt x="38100" y="952518"/>
                  </a:cubicBezTo>
                  <a:cubicBezTo>
                    <a:pt x="38100" y="1459755"/>
                    <a:pt x="521970" y="1872542"/>
                    <a:pt x="1116838" y="1872542"/>
                  </a:cubicBezTo>
                  <a:lnTo>
                    <a:pt x="12465472" y="1872542"/>
                  </a:lnTo>
                  <a:cubicBezTo>
                    <a:pt x="13060214" y="1872542"/>
                    <a:pt x="13544210" y="1459864"/>
                    <a:pt x="13544210" y="952518"/>
                  </a:cubicBezTo>
                  <a:cubicBezTo>
                    <a:pt x="13544083" y="445173"/>
                    <a:pt x="13060214" y="32494"/>
                    <a:pt x="12465345" y="32494"/>
                  </a:cubicBezTo>
                  <a:lnTo>
                    <a:pt x="1116838" y="32494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18219" y="1853860"/>
            <a:ext cx="14149114" cy="8347977"/>
          </a:xfrm>
          <a:custGeom>
            <a:avLst/>
            <a:gdLst/>
            <a:ahLst/>
            <a:cxnLst/>
            <a:rect r="r" b="b" t="t" l="l"/>
            <a:pathLst>
              <a:path h="8347977" w="14149114">
                <a:moveTo>
                  <a:pt x="0" y="0"/>
                </a:moveTo>
                <a:lnTo>
                  <a:pt x="14149114" y="0"/>
                </a:lnTo>
                <a:lnTo>
                  <a:pt x="14149114" y="8347977"/>
                </a:lnTo>
                <a:lnTo>
                  <a:pt x="0" y="8347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44885" y="509587"/>
            <a:ext cx="72030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Exercício!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6640" y="4083485"/>
            <a:ext cx="5029894" cy="1769215"/>
            <a:chOff x="0" y="0"/>
            <a:chExt cx="6350000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6312027" cy="2195449"/>
            </a:xfrm>
            <a:custGeom>
              <a:avLst/>
              <a:gdLst/>
              <a:ahLst/>
              <a:cxnLst/>
              <a:rect r="r" b="b" t="t" l="l"/>
              <a:pathLst>
                <a:path h="2195449" w="6312027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233549"/>
            </a:xfrm>
            <a:custGeom>
              <a:avLst/>
              <a:gdLst/>
              <a:ahLst/>
              <a:cxnLst/>
              <a:rect r="r" b="b" t="t" l="l"/>
              <a:pathLst>
                <a:path h="2233549" w="6350000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144000" y="3460244"/>
            <a:ext cx="8888796" cy="4166623"/>
          </a:xfrm>
          <a:custGeom>
            <a:avLst/>
            <a:gdLst/>
            <a:ahLst/>
            <a:cxnLst/>
            <a:rect r="r" b="b" t="t" l="l"/>
            <a:pathLst>
              <a:path h="4166623" w="8888796">
                <a:moveTo>
                  <a:pt x="0" y="0"/>
                </a:moveTo>
                <a:lnTo>
                  <a:pt x="8888796" y="0"/>
                </a:lnTo>
                <a:lnTo>
                  <a:pt x="8888796" y="4166624"/>
                </a:lnTo>
                <a:lnTo>
                  <a:pt x="0" y="416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5996" y="4440509"/>
            <a:ext cx="40311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2-3-4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705" y="887750"/>
            <a:ext cx="17586590" cy="2132374"/>
          </a:xfrm>
          <a:custGeom>
            <a:avLst/>
            <a:gdLst/>
            <a:ahLst/>
            <a:cxnLst/>
            <a:rect r="r" b="b" t="t" l="l"/>
            <a:pathLst>
              <a:path h="2132374" w="17586590">
                <a:moveTo>
                  <a:pt x="0" y="0"/>
                </a:moveTo>
                <a:lnTo>
                  <a:pt x="17586590" y="0"/>
                </a:lnTo>
                <a:lnTo>
                  <a:pt x="17586590" y="2132375"/>
                </a:lnTo>
                <a:lnTo>
                  <a:pt x="0" y="2132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784" y="443866"/>
            <a:ext cx="15635041" cy="1353421"/>
          </a:xfrm>
          <a:custGeom>
            <a:avLst/>
            <a:gdLst/>
            <a:ahLst/>
            <a:cxnLst/>
            <a:rect r="r" b="b" t="t" l="l"/>
            <a:pathLst>
              <a:path h="1353421" w="15635041">
                <a:moveTo>
                  <a:pt x="0" y="0"/>
                </a:moveTo>
                <a:lnTo>
                  <a:pt x="15635041" y="0"/>
                </a:lnTo>
                <a:lnTo>
                  <a:pt x="15635041" y="1353421"/>
                </a:lnTo>
                <a:lnTo>
                  <a:pt x="0" y="135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5784" y="3532916"/>
            <a:ext cx="15635041" cy="4475530"/>
          </a:xfrm>
          <a:custGeom>
            <a:avLst/>
            <a:gdLst/>
            <a:ahLst/>
            <a:cxnLst/>
            <a:rect r="r" b="b" t="t" l="l"/>
            <a:pathLst>
              <a:path h="4475530" w="15635041">
                <a:moveTo>
                  <a:pt x="0" y="0"/>
                </a:moveTo>
                <a:lnTo>
                  <a:pt x="15635041" y="0"/>
                </a:lnTo>
                <a:lnTo>
                  <a:pt x="15635041" y="4475530"/>
                </a:lnTo>
                <a:lnTo>
                  <a:pt x="0" y="4475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784" y="443866"/>
            <a:ext cx="15635041" cy="1353421"/>
          </a:xfrm>
          <a:custGeom>
            <a:avLst/>
            <a:gdLst/>
            <a:ahLst/>
            <a:cxnLst/>
            <a:rect r="r" b="b" t="t" l="l"/>
            <a:pathLst>
              <a:path h="1353421" w="15635041">
                <a:moveTo>
                  <a:pt x="0" y="0"/>
                </a:moveTo>
                <a:lnTo>
                  <a:pt x="15635041" y="0"/>
                </a:lnTo>
                <a:lnTo>
                  <a:pt x="15635041" y="1353421"/>
                </a:lnTo>
                <a:lnTo>
                  <a:pt x="0" y="135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0881" y="3580167"/>
            <a:ext cx="8344846" cy="4824838"/>
          </a:xfrm>
          <a:custGeom>
            <a:avLst/>
            <a:gdLst/>
            <a:ahLst/>
            <a:cxnLst/>
            <a:rect r="r" b="b" t="t" l="l"/>
            <a:pathLst>
              <a:path h="4824838" w="8344846">
                <a:moveTo>
                  <a:pt x="0" y="0"/>
                </a:moveTo>
                <a:lnTo>
                  <a:pt x="8344846" y="0"/>
                </a:lnTo>
                <a:lnTo>
                  <a:pt x="8344846" y="4824838"/>
                </a:lnTo>
                <a:lnTo>
                  <a:pt x="0" y="482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5784" y="641451"/>
            <a:ext cx="15635041" cy="1348905"/>
          </a:xfrm>
          <a:custGeom>
            <a:avLst/>
            <a:gdLst/>
            <a:ahLst/>
            <a:cxnLst/>
            <a:rect r="r" b="b" t="t" l="l"/>
            <a:pathLst>
              <a:path h="1348905" w="15635041">
                <a:moveTo>
                  <a:pt x="0" y="0"/>
                </a:moveTo>
                <a:lnTo>
                  <a:pt x="15635041" y="0"/>
                </a:lnTo>
                <a:lnTo>
                  <a:pt x="15635041" y="1348906"/>
                </a:lnTo>
                <a:lnTo>
                  <a:pt x="0" y="1348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784" y="443866"/>
            <a:ext cx="15635041" cy="1353421"/>
          </a:xfrm>
          <a:custGeom>
            <a:avLst/>
            <a:gdLst/>
            <a:ahLst/>
            <a:cxnLst/>
            <a:rect r="r" b="b" t="t" l="l"/>
            <a:pathLst>
              <a:path h="1353421" w="15635041">
                <a:moveTo>
                  <a:pt x="0" y="0"/>
                </a:moveTo>
                <a:lnTo>
                  <a:pt x="15635041" y="0"/>
                </a:lnTo>
                <a:lnTo>
                  <a:pt x="15635041" y="1353421"/>
                </a:lnTo>
                <a:lnTo>
                  <a:pt x="0" y="1353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5784" y="641451"/>
            <a:ext cx="15635041" cy="1348905"/>
          </a:xfrm>
          <a:custGeom>
            <a:avLst/>
            <a:gdLst/>
            <a:ahLst/>
            <a:cxnLst/>
            <a:rect r="r" b="b" t="t" l="l"/>
            <a:pathLst>
              <a:path h="1348905" w="15635041">
                <a:moveTo>
                  <a:pt x="0" y="0"/>
                </a:moveTo>
                <a:lnTo>
                  <a:pt x="15635041" y="0"/>
                </a:lnTo>
                <a:lnTo>
                  <a:pt x="15635041" y="1348906"/>
                </a:lnTo>
                <a:lnTo>
                  <a:pt x="0" y="1348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8857" y="3746285"/>
            <a:ext cx="16470285" cy="4426389"/>
          </a:xfrm>
          <a:custGeom>
            <a:avLst/>
            <a:gdLst/>
            <a:ahLst/>
            <a:cxnLst/>
            <a:rect r="r" b="b" t="t" l="l"/>
            <a:pathLst>
              <a:path h="4426389" w="16470285">
                <a:moveTo>
                  <a:pt x="0" y="0"/>
                </a:moveTo>
                <a:lnTo>
                  <a:pt x="16470286" y="0"/>
                </a:lnTo>
                <a:lnTo>
                  <a:pt x="16470286" y="4426389"/>
                </a:lnTo>
                <a:lnTo>
                  <a:pt x="0" y="4426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791" y="554739"/>
            <a:ext cx="15664416" cy="1325451"/>
          </a:xfrm>
          <a:custGeom>
            <a:avLst/>
            <a:gdLst/>
            <a:ahLst/>
            <a:cxnLst/>
            <a:rect r="r" b="b" t="t" l="l"/>
            <a:pathLst>
              <a:path h="1325451" w="15664416">
                <a:moveTo>
                  <a:pt x="0" y="0"/>
                </a:moveTo>
                <a:lnTo>
                  <a:pt x="15664416" y="0"/>
                </a:lnTo>
                <a:lnTo>
                  <a:pt x="15664416" y="1325451"/>
                </a:lnTo>
                <a:lnTo>
                  <a:pt x="0" y="132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68719" y="2757504"/>
            <a:ext cx="6770560" cy="6088451"/>
          </a:xfrm>
          <a:custGeom>
            <a:avLst/>
            <a:gdLst/>
            <a:ahLst/>
            <a:cxnLst/>
            <a:rect r="r" b="b" t="t" l="l"/>
            <a:pathLst>
              <a:path h="6088451" w="6770560">
                <a:moveTo>
                  <a:pt x="0" y="0"/>
                </a:moveTo>
                <a:lnTo>
                  <a:pt x="6770560" y="0"/>
                </a:lnTo>
                <a:lnTo>
                  <a:pt x="6770560" y="6088451"/>
                </a:lnTo>
                <a:lnTo>
                  <a:pt x="0" y="6088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791" y="554739"/>
            <a:ext cx="15664416" cy="1325451"/>
          </a:xfrm>
          <a:custGeom>
            <a:avLst/>
            <a:gdLst/>
            <a:ahLst/>
            <a:cxnLst/>
            <a:rect r="r" b="b" t="t" l="l"/>
            <a:pathLst>
              <a:path h="1325451" w="15664416">
                <a:moveTo>
                  <a:pt x="0" y="0"/>
                </a:moveTo>
                <a:lnTo>
                  <a:pt x="15664416" y="0"/>
                </a:lnTo>
                <a:lnTo>
                  <a:pt x="15664416" y="1325451"/>
                </a:lnTo>
                <a:lnTo>
                  <a:pt x="0" y="132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639020"/>
            <a:ext cx="16230600" cy="4321397"/>
          </a:xfrm>
          <a:custGeom>
            <a:avLst/>
            <a:gdLst/>
            <a:ahLst/>
            <a:cxnLst/>
            <a:rect r="r" b="b" t="t" l="l"/>
            <a:pathLst>
              <a:path h="4321397" w="16230600">
                <a:moveTo>
                  <a:pt x="0" y="0"/>
                </a:moveTo>
                <a:lnTo>
                  <a:pt x="16230600" y="0"/>
                </a:lnTo>
                <a:lnTo>
                  <a:pt x="16230600" y="4321397"/>
                </a:lnTo>
                <a:lnTo>
                  <a:pt x="0" y="4321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791" y="730928"/>
            <a:ext cx="15664416" cy="1359477"/>
          </a:xfrm>
          <a:custGeom>
            <a:avLst/>
            <a:gdLst/>
            <a:ahLst/>
            <a:cxnLst/>
            <a:rect r="r" b="b" t="t" l="l"/>
            <a:pathLst>
              <a:path h="1359477" w="15664416">
                <a:moveTo>
                  <a:pt x="0" y="0"/>
                </a:moveTo>
                <a:lnTo>
                  <a:pt x="15664416" y="0"/>
                </a:lnTo>
                <a:lnTo>
                  <a:pt x="15664416" y="1359476"/>
                </a:lnTo>
                <a:lnTo>
                  <a:pt x="0" y="135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45143" y="3525965"/>
            <a:ext cx="4997713" cy="5020327"/>
          </a:xfrm>
          <a:custGeom>
            <a:avLst/>
            <a:gdLst/>
            <a:ahLst/>
            <a:cxnLst/>
            <a:rect r="r" b="b" t="t" l="l"/>
            <a:pathLst>
              <a:path h="5020327" w="4997713">
                <a:moveTo>
                  <a:pt x="0" y="0"/>
                </a:moveTo>
                <a:lnTo>
                  <a:pt x="4997714" y="0"/>
                </a:lnTo>
                <a:lnTo>
                  <a:pt x="4997714" y="5020327"/>
                </a:lnTo>
                <a:lnTo>
                  <a:pt x="0" y="5020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791" y="730928"/>
            <a:ext cx="15664416" cy="1359477"/>
          </a:xfrm>
          <a:custGeom>
            <a:avLst/>
            <a:gdLst/>
            <a:ahLst/>
            <a:cxnLst/>
            <a:rect r="r" b="b" t="t" l="l"/>
            <a:pathLst>
              <a:path h="1359477" w="15664416">
                <a:moveTo>
                  <a:pt x="0" y="0"/>
                </a:moveTo>
                <a:lnTo>
                  <a:pt x="15664416" y="0"/>
                </a:lnTo>
                <a:lnTo>
                  <a:pt x="15664416" y="1359476"/>
                </a:lnTo>
                <a:lnTo>
                  <a:pt x="0" y="135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94392" y="3658988"/>
            <a:ext cx="6738265" cy="5059081"/>
          </a:xfrm>
          <a:custGeom>
            <a:avLst/>
            <a:gdLst/>
            <a:ahLst/>
            <a:cxnLst/>
            <a:rect r="r" b="b" t="t" l="l"/>
            <a:pathLst>
              <a:path h="5059081" w="6738265">
                <a:moveTo>
                  <a:pt x="0" y="0"/>
                </a:moveTo>
                <a:lnTo>
                  <a:pt x="6738265" y="0"/>
                </a:lnTo>
                <a:lnTo>
                  <a:pt x="6738265" y="5059081"/>
                </a:lnTo>
                <a:lnTo>
                  <a:pt x="0" y="5059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791" y="730928"/>
            <a:ext cx="15664416" cy="1359477"/>
          </a:xfrm>
          <a:custGeom>
            <a:avLst/>
            <a:gdLst/>
            <a:ahLst/>
            <a:cxnLst/>
            <a:rect r="r" b="b" t="t" l="l"/>
            <a:pathLst>
              <a:path h="1359477" w="15664416">
                <a:moveTo>
                  <a:pt x="0" y="0"/>
                </a:moveTo>
                <a:lnTo>
                  <a:pt x="15664416" y="0"/>
                </a:lnTo>
                <a:lnTo>
                  <a:pt x="15664416" y="1359476"/>
                </a:lnTo>
                <a:lnTo>
                  <a:pt x="0" y="135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703723"/>
            <a:ext cx="7947363" cy="5100241"/>
          </a:xfrm>
          <a:custGeom>
            <a:avLst/>
            <a:gdLst/>
            <a:ahLst/>
            <a:cxnLst/>
            <a:rect r="r" b="b" t="t" l="l"/>
            <a:pathLst>
              <a:path h="5100241" w="7947363">
                <a:moveTo>
                  <a:pt x="0" y="0"/>
                </a:moveTo>
                <a:lnTo>
                  <a:pt x="7947363" y="0"/>
                </a:lnTo>
                <a:lnTo>
                  <a:pt x="7947363" y="5100240"/>
                </a:lnTo>
                <a:lnTo>
                  <a:pt x="0" y="5100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791" y="3703723"/>
            <a:ext cx="6738265" cy="5059081"/>
          </a:xfrm>
          <a:custGeom>
            <a:avLst/>
            <a:gdLst/>
            <a:ahLst/>
            <a:cxnLst/>
            <a:rect r="r" b="b" t="t" l="l"/>
            <a:pathLst>
              <a:path h="5059081" w="6738265">
                <a:moveTo>
                  <a:pt x="0" y="0"/>
                </a:moveTo>
                <a:lnTo>
                  <a:pt x="6738265" y="0"/>
                </a:lnTo>
                <a:lnTo>
                  <a:pt x="6738265" y="5059080"/>
                </a:lnTo>
                <a:lnTo>
                  <a:pt x="0" y="5059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70319" y="3877894"/>
            <a:ext cx="7947363" cy="5100241"/>
          </a:xfrm>
          <a:custGeom>
            <a:avLst/>
            <a:gdLst/>
            <a:ahLst/>
            <a:cxnLst/>
            <a:rect r="r" b="b" t="t" l="l"/>
            <a:pathLst>
              <a:path h="5100241" w="7947363">
                <a:moveTo>
                  <a:pt x="0" y="0"/>
                </a:moveTo>
                <a:lnTo>
                  <a:pt x="7947362" y="0"/>
                </a:lnTo>
                <a:lnTo>
                  <a:pt x="7947362" y="5100241"/>
                </a:lnTo>
                <a:lnTo>
                  <a:pt x="0" y="51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637" y="739774"/>
            <a:ext cx="14811730" cy="1172832"/>
          </a:xfrm>
          <a:custGeom>
            <a:avLst/>
            <a:gdLst/>
            <a:ahLst/>
            <a:cxnLst/>
            <a:rect r="r" b="b" t="t" l="l"/>
            <a:pathLst>
              <a:path h="1172832" w="14811730">
                <a:moveTo>
                  <a:pt x="0" y="0"/>
                </a:moveTo>
                <a:lnTo>
                  <a:pt x="14811730" y="0"/>
                </a:lnTo>
                <a:lnTo>
                  <a:pt x="14811730" y="1172832"/>
                </a:lnTo>
                <a:lnTo>
                  <a:pt x="0" y="1172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43208"/>
            <a:ext cx="7947363" cy="5100241"/>
          </a:xfrm>
          <a:custGeom>
            <a:avLst/>
            <a:gdLst/>
            <a:ahLst/>
            <a:cxnLst/>
            <a:rect r="r" b="b" t="t" l="l"/>
            <a:pathLst>
              <a:path h="5100241" w="7947363">
                <a:moveTo>
                  <a:pt x="0" y="0"/>
                </a:moveTo>
                <a:lnTo>
                  <a:pt x="7947363" y="0"/>
                </a:lnTo>
                <a:lnTo>
                  <a:pt x="7947363" y="5100241"/>
                </a:lnTo>
                <a:lnTo>
                  <a:pt x="0" y="51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637" y="739774"/>
            <a:ext cx="14811730" cy="1172832"/>
          </a:xfrm>
          <a:custGeom>
            <a:avLst/>
            <a:gdLst/>
            <a:ahLst/>
            <a:cxnLst/>
            <a:rect r="r" b="b" t="t" l="l"/>
            <a:pathLst>
              <a:path h="1172832" w="14811730">
                <a:moveTo>
                  <a:pt x="0" y="0"/>
                </a:moveTo>
                <a:lnTo>
                  <a:pt x="14811730" y="0"/>
                </a:lnTo>
                <a:lnTo>
                  <a:pt x="14811730" y="1172832"/>
                </a:lnTo>
                <a:lnTo>
                  <a:pt x="0" y="1172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1096" y="3814781"/>
            <a:ext cx="6918204" cy="5228668"/>
          </a:xfrm>
          <a:custGeom>
            <a:avLst/>
            <a:gdLst/>
            <a:ahLst/>
            <a:cxnLst/>
            <a:rect r="r" b="b" t="t" l="l"/>
            <a:pathLst>
              <a:path h="5228668" w="6918204">
                <a:moveTo>
                  <a:pt x="0" y="0"/>
                </a:moveTo>
                <a:lnTo>
                  <a:pt x="6918204" y="0"/>
                </a:lnTo>
                <a:lnTo>
                  <a:pt x="6918204" y="5228668"/>
                </a:lnTo>
                <a:lnTo>
                  <a:pt x="0" y="5228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43208"/>
            <a:ext cx="7947363" cy="5100241"/>
          </a:xfrm>
          <a:custGeom>
            <a:avLst/>
            <a:gdLst/>
            <a:ahLst/>
            <a:cxnLst/>
            <a:rect r="r" b="b" t="t" l="l"/>
            <a:pathLst>
              <a:path h="5100241" w="7947363">
                <a:moveTo>
                  <a:pt x="0" y="0"/>
                </a:moveTo>
                <a:lnTo>
                  <a:pt x="7947363" y="0"/>
                </a:lnTo>
                <a:lnTo>
                  <a:pt x="7947363" y="5100241"/>
                </a:lnTo>
                <a:lnTo>
                  <a:pt x="0" y="51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637" y="739774"/>
            <a:ext cx="14811730" cy="1172832"/>
          </a:xfrm>
          <a:custGeom>
            <a:avLst/>
            <a:gdLst/>
            <a:ahLst/>
            <a:cxnLst/>
            <a:rect r="r" b="b" t="t" l="l"/>
            <a:pathLst>
              <a:path h="1172832" w="14811730">
                <a:moveTo>
                  <a:pt x="0" y="0"/>
                </a:moveTo>
                <a:lnTo>
                  <a:pt x="14811730" y="0"/>
                </a:lnTo>
                <a:lnTo>
                  <a:pt x="14811730" y="1172832"/>
                </a:lnTo>
                <a:lnTo>
                  <a:pt x="0" y="1172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1096" y="3814781"/>
            <a:ext cx="6918204" cy="5228668"/>
          </a:xfrm>
          <a:custGeom>
            <a:avLst/>
            <a:gdLst/>
            <a:ahLst/>
            <a:cxnLst/>
            <a:rect r="r" b="b" t="t" l="l"/>
            <a:pathLst>
              <a:path h="5228668" w="6918204">
                <a:moveTo>
                  <a:pt x="0" y="0"/>
                </a:moveTo>
                <a:lnTo>
                  <a:pt x="6918204" y="0"/>
                </a:lnTo>
                <a:lnTo>
                  <a:pt x="6918204" y="5228668"/>
                </a:lnTo>
                <a:lnTo>
                  <a:pt x="0" y="5228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84898" y="3727695"/>
            <a:ext cx="6918204" cy="5228668"/>
          </a:xfrm>
          <a:custGeom>
            <a:avLst/>
            <a:gdLst/>
            <a:ahLst/>
            <a:cxnLst/>
            <a:rect r="r" b="b" t="t" l="l"/>
            <a:pathLst>
              <a:path h="5228668" w="6918204">
                <a:moveTo>
                  <a:pt x="0" y="0"/>
                </a:moveTo>
                <a:lnTo>
                  <a:pt x="6918204" y="0"/>
                </a:lnTo>
                <a:lnTo>
                  <a:pt x="6918204" y="5228668"/>
                </a:lnTo>
                <a:lnTo>
                  <a:pt x="0" y="522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216" y="420836"/>
            <a:ext cx="14699693" cy="1564198"/>
          </a:xfrm>
          <a:custGeom>
            <a:avLst/>
            <a:gdLst/>
            <a:ahLst/>
            <a:cxnLst/>
            <a:rect r="r" b="b" t="t" l="l"/>
            <a:pathLst>
              <a:path h="1564198" w="14699693">
                <a:moveTo>
                  <a:pt x="0" y="0"/>
                </a:moveTo>
                <a:lnTo>
                  <a:pt x="14699694" y="0"/>
                </a:lnTo>
                <a:lnTo>
                  <a:pt x="14699694" y="1564198"/>
                </a:lnTo>
                <a:lnTo>
                  <a:pt x="0" y="15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84898" y="3727695"/>
            <a:ext cx="6918204" cy="5228668"/>
          </a:xfrm>
          <a:custGeom>
            <a:avLst/>
            <a:gdLst/>
            <a:ahLst/>
            <a:cxnLst/>
            <a:rect r="r" b="b" t="t" l="l"/>
            <a:pathLst>
              <a:path h="5228668" w="6918204">
                <a:moveTo>
                  <a:pt x="0" y="0"/>
                </a:moveTo>
                <a:lnTo>
                  <a:pt x="6918204" y="0"/>
                </a:lnTo>
                <a:lnTo>
                  <a:pt x="6918204" y="5228668"/>
                </a:lnTo>
                <a:lnTo>
                  <a:pt x="0" y="522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216" y="420836"/>
            <a:ext cx="14699693" cy="1564198"/>
          </a:xfrm>
          <a:custGeom>
            <a:avLst/>
            <a:gdLst/>
            <a:ahLst/>
            <a:cxnLst/>
            <a:rect r="r" b="b" t="t" l="l"/>
            <a:pathLst>
              <a:path h="1564198" w="14699693">
                <a:moveTo>
                  <a:pt x="0" y="0"/>
                </a:moveTo>
                <a:lnTo>
                  <a:pt x="14699694" y="0"/>
                </a:lnTo>
                <a:lnTo>
                  <a:pt x="14699694" y="1564198"/>
                </a:lnTo>
                <a:lnTo>
                  <a:pt x="0" y="15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96455" y="3727695"/>
            <a:ext cx="7295090" cy="5137939"/>
          </a:xfrm>
          <a:custGeom>
            <a:avLst/>
            <a:gdLst/>
            <a:ahLst/>
            <a:cxnLst/>
            <a:rect r="r" b="b" t="t" l="l"/>
            <a:pathLst>
              <a:path h="5137939" w="7295090">
                <a:moveTo>
                  <a:pt x="0" y="0"/>
                </a:moveTo>
                <a:lnTo>
                  <a:pt x="7295090" y="0"/>
                </a:lnTo>
                <a:lnTo>
                  <a:pt x="7295090" y="5137939"/>
                </a:lnTo>
                <a:lnTo>
                  <a:pt x="0" y="5137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6216" y="420836"/>
            <a:ext cx="14699693" cy="1564198"/>
          </a:xfrm>
          <a:custGeom>
            <a:avLst/>
            <a:gdLst/>
            <a:ahLst/>
            <a:cxnLst/>
            <a:rect r="r" b="b" t="t" l="l"/>
            <a:pathLst>
              <a:path h="1564198" w="14699693">
                <a:moveTo>
                  <a:pt x="0" y="0"/>
                </a:moveTo>
                <a:lnTo>
                  <a:pt x="14699694" y="0"/>
                </a:lnTo>
                <a:lnTo>
                  <a:pt x="14699694" y="1564198"/>
                </a:lnTo>
                <a:lnTo>
                  <a:pt x="0" y="156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20058"/>
            <a:ext cx="16230600" cy="4950333"/>
          </a:xfrm>
          <a:custGeom>
            <a:avLst/>
            <a:gdLst/>
            <a:ahLst/>
            <a:cxnLst/>
            <a:rect r="r" b="b" t="t" l="l"/>
            <a:pathLst>
              <a:path h="4950333" w="16230600">
                <a:moveTo>
                  <a:pt x="0" y="0"/>
                </a:moveTo>
                <a:lnTo>
                  <a:pt x="16230600" y="0"/>
                </a:lnTo>
                <a:lnTo>
                  <a:pt x="16230600" y="4950333"/>
                </a:lnTo>
                <a:lnTo>
                  <a:pt x="0" y="495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95882"/>
            <a:ext cx="16230600" cy="1397751"/>
          </a:xfrm>
          <a:custGeom>
            <a:avLst/>
            <a:gdLst/>
            <a:ahLst/>
            <a:cxnLst/>
            <a:rect r="r" b="b" t="t" l="l"/>
            <a:pathLst>
              <a:path h="1397751" w="16230600">
                <a:moveTo>
                  <a:pt x="0" y="0"/>
                </a:moveTo>
                <a:lnTo>
                  <a:pt x="16230600" y="0"/>
                </a:lnTo>
                <a:lnTo>
                  <a:pt x="16230600" y="1397751"/>
                </a:lnTo>
                <a:lnTo>
                  <a:pt x="0" y="139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33938" y="3538335"/>
            <a:ext cx="8220125" cy="5082673"/>
          </a:xfrm>
          <a:custGeom>
            <a:avLst/>
            <a:gdLst/>
            <a:ahLst/>
            <a:cxnLst/>
            <a:rect r="r" b="b" t="t" l="l"/>
            <a:pathLst>
              <a:path h="5082673" w="8220125">
                <a:moveTo>
                  <a:pt x="0" y="0"/>
                </a:moveTo>
                <a:lnTo>
                  <a:pt x="8220124" y="0"/>
                </a:lnTo>
                <a:lnTo>
                  <a:pt x="8220124" y="5082673"/>
                </a:lnTo>
                <a:lnTo>
                  <a:pt x="0" y="508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95882"/>
            <a:ext cx="16230600" cy="1397751"/>
          </a:xfrm>
          <a:custGeom>
            <a:avLst/>
            <a:gdLst/>
            <a:ahLst/>
            <a:cxnLst/>
            <a:rect r="r" b="b" t="t" l="l"/>
            <a:pathLst>
              <a:path h="1397751" w="16230600">
                <a:moveTo>
                  <a:pt x="0" y="0"/>
                </a:moveTo>
                <a:lnTo>
                  <a:pt x="16230600" y="0"/>
                </a:lnTo>
                <a:lnTo>
                  <a:pt x="16230600" y="1397751"/>
                </a:lnTo>
                <a:lnTo>
                  <a:pt x="0" y="139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61072" y="2948905"/>
            <a:ext cx="9565857" cy="6309395"/>
          </a:xfrm>
          <a:custGeom>
            <a:avLst/>
            <a:gdLst/>
            <a:ahLst/>
            <a:cxnLst/>
            <a:rect r="r" b="b" t="t" l="l"/>
            <a:pathLst>
              <a:path h="6309395" w="9565857">
                <a:moveTo>
                  <a:pt x="0" y="0"/>
                </a:moveTo>
                <a:lnTo>
                  <a:pt x="9565856" y="0"/>
                </a:lnTo>
                <a:lnTo>
                  <a:pt x="9565856" y="6309395"/>
                </a:lnTo>
                <a:lnTo>
                  <a:pt x="0" y="6309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172" y="3951231"/>
            <a:ext cx="5816360" cy="2045847"/>
            <a:chOff x="0" y="0"/>
            <a:chExt cx="6350000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6312027" cy="2195449"/>
            </a:xfrm>
            <a:custGeom>
              <a:avLst/>
              <a:gdLst/>
              <a:ahLst/>
              <a:cxnLst/>
              <a:rect r="r" b="b" t="t" l="l"/>
              <a:pathLst>
                <a:path h="2195449" w="6312027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233549"/>
            </a:xfrm>
            <a:custGeom>
              <a:avLst/>
              <a:gdLst/>
              <a:ahLst/>
              <a:cxnLst/>
              <a:rect r="r" b="b" t="t" l="l"/>
              <a:pathLst>
                <a:path h="2233549" w="6350000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99310" y="4448980"/>
            <a:ext cx="542455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53101" y="364388"/>
            <a:ext cx="7418035" cy="1498924"/>
            <a:chOff x="0" y="0"/>
            <a:chExt cx="11053627" cy="2233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9050"/>
              <a:ext cx="11015654" cy="2195449"/>
            </a:xfrm>
            <a:custGeom>
              <a:avLst/>
              <a:gdLst/>
              <a:ahLst/>
              <a:cxnLst/>
              <a:rect r="r" b="b" t="t" l="l"/>
              <a:pathLst>
                <a:path h="2195449" w="11015654">
                  <a:moveTo>
                    <a:pt x="9917739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9917866" y="0"/>
                  </a:lnTo>
                  <a:cubicBezTo>
                    <a:pt x="10524164" y="0"/>
                    <a:pt x="11015654" y="491490"/>
                    <a:pt x="11015654" y="1097788"/>
                  </a:cubicBezTo>
                  <a:cubicBezTo>
                    <a:pt x="11015527" y="1703959"/>
                    <a:pt x="10524037" y="2195449"/>
                    <a:pt x="9917739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53627" cy="2233549"/>
            </a:xfrm>
            <a:custGeom>
              <a:avLst/>
              <a:gdLst/>
              <a:ahLst/>
              <a:cxnLst/>
              <a:rect r="r" b="b" t="t" l="l"/>
              <a:pathLst>
                <a:path h="2233549" w="11053627">
                  <a:moveTo>
                    <a:pt x="9936789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9936916" y="0"/>
                  </a:lnTo>
                  <a:cubicBezTo>
                    <a:pt x="10552612" y="0"/>
                    <a:pt x="11053627" y="501015"/>
                    <a:pt x="11053627" y="1116838"/>
                  </a:cubicBezTo>
                  <a:cubicBezTo>
                    <a:pt x="11053627" y="1732534"/>
                    <a:pt x="10552612" y="2233549"/>
                    <a:pt x="9936789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9936916" y="2195576"/>
                  </a:lnTo>
                  <a:cubicBezTo>
                    <a:pt x="10531657" y="2195576"/>
                    <a:pt x="11015654" y="1711706"/>
                    <a:pt x="11015654" y="1116838"/>
                  </a:cubicBezTo>
                  <a:cubicBezTo>
                    <a:pt x="11015527" y="521970"/>
                    <a:pt x="10531656" y="38100"/>
                    <a:pt x="9936789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126446" y="2043083"/>
            <a:ext cx="12035108" cy="7889875"/>
          </a:xfrm>
          <a:custGeom>
            <a:avLst/>
            <a:gdLst/>
            <a:ahLst/>
            <a:cxnLst/>
            <a:rect r="r" b="b" t="t" l="l"/>
            <a:pathLst>
              <a:path h="7889875" w="12035108">
                <a:moveTo>
                  <a:pt x="0" y="0"/>
                </a:moveTo>
                <a:lnTo>
                  <a:pt x="12035108" y="0"/>
                </a:lnTo>
                <a:lnTo>
                  <a:pt x="12035108" y="7889876"/>
                </a:lnTo>
                <a:lnTo>
                  <a:pt x="0" y="7889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39889" y="726535"/>
            <a:ext cx="7102672" cy="77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 - Classe Nó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6962" y="279238"/>
            <a:ext cx="4391807" cy="1498924"/>
            <a:chOff x="0" y="0"/>
            <a:chExt cx="6544238" cy="2233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9050"/>
              <a:ext cx="6506266" cy="2195449"/>
            </a:xfrm>
            <a:custGeom>
              <a:avLst/>
              <a:gdLst/>
              <a:ahLst/>
              <a:cxnLst/>
              <a:rect r="r" b="b" t="t" l="l"/>
              <a:pathLst>
                <a:path h="2195449" w="6506266">
                  <a:moveTo>
                    <a:pt x="540835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408478" y="0"/>
                  </a:lnTo>
                  <a:cubicBezTo>
                    <a:pt x="6014776" y="0"/>
                    <a:pt x="6506266" y="491490"/>
                    <a:pt x="6506266" y="1097788"/>
                  </a:cubicBezTo>
                  <a:cubicBezTo>
                    <a:pt x="6506139" y="1703959"/>
                    <a:pt x="6014648" y="2195449"/>
                    <a:pt x="5408351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44239" cy="2233549"/>
            </a:xfrm>
            <a:custGeom>
              <a:avLst/>
              <a:gdLst/>
              <a:ahLst/>
              <a:cxnLst/>
              <a:rect r="r" b="b" t="t" l="l"/>
              <a:pathLst>
                <a:path h="2233549" w="6544239">
                  <a:moveTo>
                    <a:pt x="542740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427528" y="0"/>
                  </a:lnTo>
                  <a:cubicBezTo>
                    <a:pt x="6043223" y="0"/>
                    <a:pt x="6544239" y="501015"/>
                    <a:pt x="6544239" y="1116838"/>
                  </a:cubicBezTo>
                  <a:cubicBezTo>
                    <a:pt x="6544239" y="1732534"/>
                    <a:pt x="6043223" y="2233549"/>
                    <a:pt x="542740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427528" y="2195576"/>
                  </a:lnTo>
                  <a:cubicBezTo>
                    <a:pt x="6022269" y="2195576"/>
                    <a:pt x="6506266" y="1711706"/>
                    <a:pt x="6506266" y="1116838"/>
                  </a:cubicBezTo>
                  <a:cubicBezTo>
                    <a:pt x="6506139" y="521970"/>
                    <a:pt x="6022268" y="38100"/>
                    <a:pt x="542740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83057" y="2049246"/>
            <a:ext cx="14463832" cy="7864709"/>
          </a:xfrm>
          <a:custGeom>
            <a:avLst/>
            <a:gdLst/>
            <a:ahLst/>
            <a:cxnLst/>
            <a:rect r="r" b="b" t="t" l="l"/>
            <a:pathLst>
              <a:path h="7864709" w="14463832">
                <a:moveTo>
                  <a:pt x="0" y="0"/>
                </a:moveTo>
                <a:lnTo>
                  <a:pt x="14463833" y="0"/>
                </a:lnTo>
                <a:lnTo>
                  <a:pt x="14463833" y="7864709"/>
                </a:lnTo>
                <a:lnTo>
                  <a:pt x="0" y="7864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92664" y="641385"/>
            <a:ext cx="7102672" cy="77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6962" y="431638"/>
            <a:ext cx="4391807" cy="1150581"/>
            <a:chOff x="0" y="0"/>
            <a:chExt cx="6544238" cy="1714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4623"/>
              <a:ext cx="6506266" cy="1685237"/>
            </a:xfrm>
            <a:custGeom>
              <a:avLst/>
              <a:gdLst/>
              <a:ahLst/>
              <a:cxnLst/>
              <a:rect r="r" b="b" t="t" l="l"/>
              <a:pathLst>
                <a:path h="1685237" w="6506266">
                  <a:moveTo>
                    <a:pt x="5408351" y="1685237"/>
                  </a:moveTo>
                  <a:lnTo>
                    <a:pt x="1097788" y="1685237"/>
                  </a:lnTo>
                  <a:cubicBezTo>
                    <a:pt x="491490" y="1685237"/>
                    <a:pt x="0" y="1307967"/>
                    <a:pt x="0" y="842570"/>
                  </a:cubicBezTo>
                  <a:cubicBezTo>
                    <a:pt x="0" y="377270"/>
                    <a:pt x="491490" y="0"/>
                    <a:pt x="1097788" y="0"/>
                  </a:cubicBezTo>
                  <a:lnTo>
                    <a:pt x="5408478" y="0"/>
                  </a:lnTo>
                  <a:cubicBezTo>
                    <a:pt x="6014776" y="0"/>
                    <a:pt x="6506266" y="377270"/>
                    <a:pt x="6506266" y="842667"/>
                  </a:cubicBezTo>
                  <a:cubicBezTo>
                    <a:pt x="6506139" y="1307967"/>
                    <a:pt x="6014648" y="1685237"/>
                    <a:pt x="5408351" y="1685237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44239" cy="1714483"/>
            </a:xfrm>
            <a:custGeom>
              <a:avLst/>
              <a:gdLst/>
              <a:ahLst/>
              <a:cxnLst/>
              <a:rect r="r" b="b" t="t" l="l"/>
              <a:pathLst>
                <a:path h="1714483" w="6544239">
                  <a:moveTo>
                    <a:pt x="5427401" y="1714483"/>
                  </a:moveTo>
                  <a:lnTo>
                    <a:pt x="1116838" y="1714483"/>
                  </a:lnTo>
                  <a:cubicBezTo>
                    <a:pt x="501015" y="1714483"/>
                    <a:pt x="0" y="1329901"/>
                    <a:pt x="0" y="857290"/>
                  </a:cubicBezTo>
                  <a:cubicBezTo>
                    <a:pt x="0" y="384581"/>
                    <a:pt x="501015" y="0"/>
                    <a:pt x="1116838" y="0"/>
                  </a:cubicBezTo>
                  <a:lnTo>
                    <a:pt x="5427528" y="0"/>
                  </a:lnTo>
                  <a:cubicBezTo>
                    <a:pt x="6043223" y="0"/>
                    <a:pt x="6544239" y="384581"/>
                    <a:pt x="6544239" y="857290"/>
                  </a:cubicBezTo>
                  <a:cubicBezTo>
                    <a:pt x="6544239" y="1329901"/>
                    <a:pt x="6043223" y="1714483"/>
                    <a:pt x="5427401" y="1714483"/>
                  </a:cubicBezTo>
                  <a:close/>
                  <a:moveTo>
                    <a:pt x="1116838" y="29246"/>
                  </a:moveTo>
                  <a:cubicBezTo>
                    <a:pt x="521970" y="29246"/>
                    <a:pt x="38100" y="400667"/>
                    <a:pt x="38100" y="857290"/>
                  </a:cubicBezTo>
                  <a:cubicBezTo>
                    <a:pt x="38100" y="1313816"/>
                    <a:pt x="521970" y="1685335"/>
                    <a:pt x="1116838" y="1685335"/>
                  </a:cubicBezTo>
                  <a:lnTo>
                    <a:pt x="5427528" y="1685335"/>
                  </a:lnTo>
                  <a:cubicBezTo>
                    <a:pt x="6022269" y="1685335"/>
                    <a:pt x="6506266" y="1313914"/>
                    <a:pt x="6506266" y="857290"/>
                  </a:cubicBezTo>
                  <a:cubicBezTo>
                    <a:pt x="6506139" y="400667"/>
                    <a:pt x="6022268" y="29246"/>
                    <a:pt x="5427401" y="29246"/>
                  </a:cubicBezTo>
                  <a:lnTo>
                    <a:pt x="1116838" y="29246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10388" y="1800324"/>
            <a:ext cx="14867225" cy="7879629"/>
          </a:xfrm>
          <a:custGeom>
            <a:avLst/>
            <a:gdLst/>
            <a:ahLst/>
            <a:cxnLst/>
            <a:rect r="r" b="b" t="t" l="l"/>
            <a:pathLst>
              <a:path h="7879629" w="14867225">
                <a:moveTo>
                  <a:pt x="0" y="0"/>
                </a:moveTo>
                <a:lnTo>
                  <a:pt x="14867224" y="0"/>
                </a:lnTo>
                <a:lnTo>
                  <a:pt x="14867224" y="7879629"/>
                </a:lnTo>
                <a:lnTo>
                  <a:pt x="0" y="787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92664" y="641385"/>
            <a:ext cx="7102672" cy="77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6962" y="431638"/>
            <a:ext cx="4391807" cy="1150581"/>
            <a:chOff x="0" y="0"/>
            <a:chExt cx="6544238" cy="1714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4623"/>
              <a:ext cx="6506266" cy="1685237"/>
            </a:xfrm>
            <a:custGeom>
              <a:avLst/>
              <a:gdLst/>
              <a:ahLst/>
              <a:cxnLst/>
              <a:rect r="r" b="b" t="t" l="l"/>
              <a:pathLst>
                <a:path h="1685237" w="6506266">
                  <a:moveTo>
                    <a:pt x="5408351" y="1685237"/>
                  </a:moveTo>
                  <a:lnTo>
                    <a:pt x="1097788" y="1685237"/>
                  </a:lnTo>
                  <a:cubicBezTo>
                    <a:pt x="491490" y="1685237"/>
                    <a:pt x="0" y="1307967"/>
                    <a:pt x="0" y="842570"/>
                  </a:cubicBezTo>
                  <a:cubicBezTo>
                    <a:pt x="0" y="377270"/>
                    <a:pt x="491490" y="0"/>
                    <a:pt x="1097788" y="0"/>
                  </a:cubicBezTo>
                  <a:lnTo>
                    <a:pt x="5408478" y="0"/>
                  </a:lnTo>
                  <a:cubicBezTo>
                    <a:pt x="6014776" y="0"/>
                    <a:pt x="6506266" y="377270"/>
                    <a:pt x="6506266" y="842667"/>
                  </a:cubicBezTo>
                  <a:cubicBezTo>
                    <a:pt x="6506139" y="1307967"/>
                    <a:pt x="6014648" y="1685237"/>
                    <a:pt x="5408351" y="1685237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44239" cy="1714483"/>
            </a:xfrm>
            <a:custGeom>
              <a:avLst/>
              <a:gdLst/>
              <a:ahLst/>
              <a:cxnLst/>
              <a:rect r="r" b="b" t="t" l="l"/>
              <a:pathLst>
                <a:path h="1714483" w="6544239">
                  <a:moveTo>
                    <a:pt x="5427401" y="1714483"/>
                  </a:moveTo>
                  <a:lnTo>
                    <a:pt x="1116838" y="1714483"/>
                  </a:lnTo>
                  <a:cubicBezTo>
                    <a:pt x="501015" y="1714483"/>
                    <a:pt x="0" y="1329901"/>
                    <a:pt x="0" y="857290"/>
                  </a:cubicBezTo>
                  <a:cubicBezTo>
                    <a:pt x="0" y="384581"/>
                    <a:pt x="501015" y="0"/>
                    <a:pt x="1116838" y="0"/>
                  </a:cubicBezTo>
                  <a:lnTo>
                    <a:pt x="5427528" y="0"/>
                  </a:lnTo>
                  <a:cubicBezTo>
                    <a:pt x="6043223" y="0"/>
                    <a:pt x="6544239" y="384581"/>
                    <a:pt x="6544239" y="857290"/>
                  </a:cubicBezTo>
                  <a:cubicBezTo>
                    <a:pt x="6544239" y="1329901"/>
                    <a:pt x="6043223" y="1714483"/>
                    <a:pt x="5427401" y="1714483"/>
                  </a:cubicBezTo>
                  <a:close/>
                  <a:moveTo>
                    <a:pt x="1116838" y="29246"/>
                  </a:moveTo>
                  <a:cubicBezTo>
                    <a:pt x="521970" y="29246"/>
                    <a:pt x="38100" y="400667"/>
                    <a:pt x="38100" y="857290"/>
                  </a:cubicBezTo>
                  <a:cubicBezTo>
                    <a:pt x="38100" y="1313816"/>
                    <a:pt x="521970" y="1685335"/>
                    <a:pt x="1116838" y="1685335"/>
                  </a:cubicBezTo>
                  <a:lnTo>
                    <a:pt x="5427528" y="1685335"/>
                  </a:lnTo>
                  <a:cubicBezTo>
                    <a:pt x="6022269" y="1685335"/>
                    <a:pt x="6506266" y="1313914"/>
                    <a:pt x="6506266" y="857290"/>
                  </a:cubicBezTo>
                  <a:cubicBezTo>
                    <a:pt x="6506139" y="400667"/>
                    <a:pt x="6022268" y="29246"/>
                    <a:pt x="5427401" y="29246"/>
                  </a:cubicBezTo>
                  <a:lnTo>
                    <a:pt x="1116838" y="29246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945923"/>
            <a:ext cx="16242851" cy="1055785"/>
          </a:xfrm>
          <a:custGeom>
            <a:avLst/>
            <a:gdLst/>
            <a:ahLst/>
            <a:cxnLst/>
            <a:rect r="r" b="b" t="t" l="l"/>
            <a:pathLst>
              <a:path h="1055785" w="16242851">
                <a:moveTo>
                  <a:pt x="0" y="0"/>
                </a:moveTo>
                <a:lnTo>
                  <a:pt x="16242851" y="0"/>
                </a:lnTo>
                <a:lnTo>
                  <a:pt x="16242851" y="1055786"/>
                </a:lnTo>
                <a:lnTo>
                  <a:pt x="0" y="1055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92664" y="641385"/>
            <a:ext cx="7102672" cy="77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6962" y="431638"/>
            <a:ext cx="4391807" cy="1150581"/>
            <a:chOff x="0" y="0"/>
            <a:chExt cx="6544238" cy="1714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4623"/>
              <a:ext cx="6506266" cy="1685237"/>
            </a:xfrm>
            <a:custGeom>
              <a:avLst/>
              <a:gdLst/>
              <a:ahLst/>
              <a:cxnLst/>
              <a:rect r="r" b="b" t="t" l="l"/>
              <a:pathLst>
                <a:path h="1685237" w="6506266">
                  <a:moveTo>
                    <a:pt x="5408351" y="1685237"/>
                  </a:moveTo>
                  <a:lnTo>
                    <a:pt x="1097788" y="1685237"/>
                  </a:lnTo>
                  <a:cubicBezTo>
                    <a:pt x="491490" y="1685237"/>
                    <a:pt x="0" y="1307967"/>
                    <a:pt x="0" y="842570"/>
                  </a:cubicBezTo>
                  <a:cubicBezTo>
                    <a:pt x="0" y="377270"/>
                    <a:pt x="491490" y="0"/>
                    <a:pt x="1097788" y="0"/>
                  </a:cubicBezTo>
                  <a:lnTo>
                    <a:pt x="5408478" y="0"/>
                  </a:lnTo>
                  <a:cubicBezTo>
                    <a:pt x="6014776" y="0"/>
                    <a:pt x="6506266" y="377270"/>
                    <a:pt x="6506266" y="842667"/>
                  </a:cubicBezTo>
                  <a:cubicBezTo>
                    <a:pt x="6506139" y="1307967"/>
                    <a:pt x="6014648" y="1685237"/>
                    <a:pt x="5408351" y="1685237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44239" cy="1714483"/>
            </a:xfrm>
            <a:custGeom>
              <a:avLst/>
              <a:gdLst/>
              <a:ahLst/>
              <a:cxnLst/>
              <a:rect r="r" b="b" t="t" l="l"/>
              <a:pathLst>
                <a:path h="1714483" w="6544239">
                  <a:moveTo>
                    <a:pt x="5427401" y="1714483"/>
                  </a:moveTo>
                  <a:lnTo>
                    <a:pt x="1116838" y="1714483"/>
                  </a:lnTo>
                  <a:cubicBezTo>
                    <a:pt x="501015" y="1714483"/>
                    <a:pt x="0" y="1329901"/>
                    <a:pt x="0" y="857290"/>
                  </a:cubicBezTo>
                  <a:cubicBezTo>
                    <a:pt x="0" y="384581"/>
                    <a:pt x="501015" y="0"/>
                    <a:pt x="1116838" y="0"/>
                  </a:cubicBezTo>
                  <a:lnTo>
                    <a:pt x="5427528" y="0"/>
                  </a:lnTo>
                  <a:cubicBezTo>
                    <a:pt x="6043223" y="0"/>
                    <a:pt x="6544239" y="384581"/>
                    <a:pt x="6544239" y="857290"/>
                  </a:cubicBezTo>
                  <a:cubicBezTo>
                    <a:pt x="6544239" y="1329901"/>
                    <a:pt x="6043223" y="1714483"/>
                    <a:pt x="5427401" y="1714483"/>
                  </a:cubicBezTo>
                  <a:close/>
                  <a:moveTo>
                    <a:pt x="1116838" y="29246"/>
                  </a:moveTo>
                  <a:cubicBezTo>
                    <a:pt x="521970" y="29246"/>
                    <a:pt x="38100" y="400667"/>
                    <a:pt x="38100" y="857290"/>
                  </a:cubicBezTo>
                  <a:cubicBezTo>
                    <a:pt x="38100" y="1313816"/>
                    <a:pt x="521970" y="1685335"/>
                    <a:pt x="1116838" y="1685335"/>
                  </a:cubicBezTo>
                  <a:lnTo>
                    <a:pt x="5427528" y="1685335"/>
                  </a:lnTo>
                  <a:cubicBezTo>
                    <a:pt x="6022269" y="1685335"/>
                    <a:pt x="6506266" y="1313914"/>
                    <a:pt x="6506266" y="857290"/>
                  </a:cubicBezTo>
                  <a:cubicBezTo>
                    <a:pt x="6506139" y="400667"/>
                    <a:pt x="6022268" y="29246"/>
                    <a:pt x="5427401" y="29246"/>
                  </a:cubicBezTo>
                  <a:lnTo>
                    <a:pt x="1116838" y="29246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923988"/>
            <a:ext cx="14546188" cy="945502"/>
          </a:xfrm>
          <a:custGeom>
            <a:avLst/>
            <a:gdLst/>
            <a:ahLst/>
            <a:cxnLst/>
            <a:rect r="r" b="b" t="t" l="l"/>
            <a:pathLst>
              <a:path h="945502" w="14546188">
                <a:moveTo>
                  <a:pt x="0" y="0"/>
                </a:moveTo>
                <a:lnTo>
                  <a:pt x="14546188" y="0"/>
                </a:lnTo>
                <a:lnTo>
                  <a:pt x="14546188" y="945502"/>
                </a:lnTo>
                <a:lnTo>
                  <a:pt x="0" y="945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86367" y="2869490"/>
            <a:ext cx="13915265" cy="6940239"/>
          </a:xfrm>
          <a:custGeom>
            <a:avLst/>
            <a:gdLst/>
            <a:ahLst/>
            <a:cxnLst/>
            <a:rect r="r" b="b" t="t" l="l"/>
            <a:pathLst>
              <a:path h="6940239" w="13915265">
                <a:moveTo>
                  <a:pt x="0" y="0"/>
                </a:moveTo>
                <a:lnTo>
                  <a:pt x="13915266" y="0"/>
                </a:lnTo>
                <a:lnTo>
                  <a:pt x="13915266" y="6940239"/>
                </a:lnTo>
                <a:lnTo>
                  <a:pt x="0" y="6940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92664" y="641385"/>
            <a:ext cx="7102672" cy="77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6962" y="388095"/>
            <a:ext cx="4391807" cy="1172352"/>
            <a:chOff x="0" y="0"/>
            <a:chExt cx="6544238" cy="17469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4900"/>
              <a:ext cx="6506266" cy="1717125"/>
            </a:xfrm>
            <a:custGeom>
              <a:avLst/>
              <a:gdLst/>
              <a:ahLst/>
              <a:cxnLst/>
              <a:rect r="r" b="b" t="t" l="l"/>
              <a:pathLst>
                <a:path h="1717125" w="6506266">
                  <a:moveTo>
                    <a:pt x="5408351" y="1717125"/>
                  </a:moveTo>
                  <a:lnTo>
                    <a:pt x="1097788" y="1717125"/>
                  </a:lnTo>
                  <a:cubicBezTo>
                    <a:pt x="491490" y="1717125"/>
                    <a:pt x="0" y="1332716"/>
                    <a:pt x="0" y="858512"/>
                  </a:cubicBezTo>
                  <a:cubicBezTo>
                    <a:pt x="0" y="384408"/>
                    <a:pt x="491490" y="0"/>
                    <a:pt x="1097788" y="0"/>
                  </a:cubicBezTo>
                  <a:lnTo>
                    <a:pt x="5408478" y="0"/>
                  </a:lnTo>
                  <a:cubicBezTo>
                    <a:pt x="6014776" y="0"/>
                    <a:pt x="6506266" y="384408"/>
                    <a:pt x="6506266" y="858612"/>
                  </a:cubicBezTo>
                  <a:cubicBezTo>
                    <a:pt x="6506139" y="1332716"/>
                    <a:pt x="6014648" y="1717125"/>
                    <a:pt x="5408351" y="1717125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44239" cy="1746924"/>
            </a:xfrm>
            <a:custGeom>
              <a:avLst/>
              <a:gdLst/>
              <a:ahLst/>
              <a:cxnLst/>
              <a:rect r="r" b="b" t="t" l="l"/>
              <a:pathLst>
                <a:path h="1746924" w="6544239">
                  <a:moveTo>
                    <a:pt x="5427401" y="1746924"/>
                  </a:moveTo>
                  <a:lnTo>
                    <a:pt x="1116838" y="1746924"/>
                  </a:lnTo>
                  <a:cubicBezTo>
                    <a:pt x="501015" y="1746924"/>
                    <a:pt x="0" y="1355066"/>
                    <a:pt x="0" y="873512"/>
                  </a:cubicBezTo>
                  <a:cubicBezTo>
                    <a:pt x="0" y="391859"/>
                    <a:pt x="501015" y="0"/>
                    <a:pt x="1116838" y="0"/>
                  </a:cubicBezTo>
                  <a:lnTo>
                    <a:pt x="5427528" y="0"/>
                  </a:lnTo>
                  <a:cubicBezTo>
                    <a:pt x="6043223" y="0"/>
                    <a:pt x="6544239" y="391859"/>
                    <a:pt x="6544239" y="873512"/>
                  </a:cubicBezTo>
                  <a:cubicBezTo>
                    <a:pt x="6544239" y="1355066"/>
                    <a:pt x="6043223" y="1746924"/>
                    <a:pt x="5427401" y="1746924"/>
                  </a:cubicBezTo>
                  <a:close/>
                  <a:moveTo>
                    <a:pt x="1116838" y="29799"/>
                  </a:moveTo>
                  <a:cubicBezTo>
                    <a:pt x="521970" y="29799"/>
                    <a:pt x="38100" y="408248"/>
                    <a:pt x="38100" y="873512"/>
                  </a:cubicBezTo>
                  <a:cubicBezTo>
                    <a:pt x="38100" y="1338676"/>
                    <a:pt x="521970" y="1717225"/>
                    <a:pt x="1116838" y="1717225"/>
                  </a:cubicBezTo>
                  <a:lnTo>
                    <a:pt x="5427528" y="1717225"/>
                  </a:lnTo>
                  <a:cubicBezTo>
                    <a:pt x="6022269" y="1717225"/>
                    <a:pt x="6506266" y="1338776"/>
                    <a:pt x="6506266" y="873512"/>
                  </a:cubicBezTo>
                  <a:cubicBezTo>
                    <a:pt x="6506139" y="408248"/>
                    <a:pt x="6022268" y="29799"/>
                    <a:pt x="5427401" y="29799"/>
                  </a:cubicBezTo>
                  <a:lnTo>
                    <a:pt x="1116838" y="29799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954782" y="1763984"/>
            <a:ext cx="14378436" cy="8195708"/>
          </a:xfrm>
          <a:custGeom>
            <a:avLst/>
            <a:gdLst/>
            <a:ahLst/>
            <a:cxnLst/>
            <a:rect r="r" b="b" t="t" l="l"/>
            <a:pathLst>
              <a:path h="8195708" w="14378436">
                <a:moveTo>
                  <a:pt x="0" y="0"/>
                </a:moveTo>
                <a:lnTo>
                  <a:pt x="14378436" y="0"/>
                </a:lnTo>
                <a:lnTo>
                  <a:pt x="14378436" y="8195708"/>
                </a:lnTo>
                <a:lnTo>
                  <a:pt x="0" y="8195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92664" y="641385"/>
            <a:ext cx="7102672" cy="77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6962" y="388095"/>
            <a:ext cx="4391807" cy="1172352"/>
            <a:chOff x="0" y="0"/>
            <a:chExt cx="6544238" cy="17469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14900"/>
              <a:ext cx="6506266" cy="1717125"/>
            </a:xfrm>
            <a:custGeom>
              <a:avLst/>
              <a:gdLst/>
              <a:ahLst/>
              <a:cxnLst/>
              <a:rect r="r" b="b" t="t" l="l"/>
              <a:pathLst>
                <a:path h="1717125" w="6506266">
                  <a:moveTo>
                    <a:pt x="5408351" y="1717125"/>
                  </a:moveTo>
                  <a:lnTo>
                    <a:pt x="1097788" y="1717125"/>
                  </a:lnTo>
                  <a:cubicBezTo>
                    <a:pt x="491490" y="1717125"/>
                    <a:pt x="0" y="1332716"/>
                    <a:pt x="0" y="858512"/>
                  </a:cubicBezTo>
                  <a:cubicBezTo>
                    <a:pt x="0" y="384408"/>
                    <a:pt x="491490" y="0"/>
                    <a:pt x="1097788" y="0"/>
                  </a:cubicBezTo>
                  <a:lnTo>
                    <a:pt x="5408478" y="0"/>
                  </a:lnTo>
                  <a:cubicBezTo>
                    <a:pt x="6014776" y="0"/>
                    <a:pt x="6506266" y="384408"/>
                    <a:pt x="6506266" y="858612"/>
                  </a:cubicBezTo>
                  <a:cubicBezTo>
                    <a:pt x="6506139" y="1332716"/>
                    <a:pt x="6014648" y="1717125"/>
                    <a:pt x="5408351" y="1717125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44239" cy="1746924"/>
            </a:xfrm>
            <a:custGeom>
              <a:avLst/>
              <a:gdLst/>
              <a:ahLst/>
              <a:cxnLst/>
              <a:rect r="r" b="b" t="t" l="l"/>
              <a:pathLst>
                <a:path h="1746924" w="6544239">
                  <a:moveTo>
                    <a:pt x="5427401" y="1746924"/>
                  </a:moveTo>
                  <a:lnTo>
                    <a:pt x="1116838" y="1746924"/>
                  </a:lnTo>
                  <a:cubicBezTo>
                    <a:pt x="501015" y="1746924"/>
                    <a:pt x="0" y="1355066"/>
                    <a:pt x="0" y="873512"/>
                  </a:cubicBezTo>
                  <a:cubicBezTo>
                    <a:pt x="0" y="391859"/>
                    <a:pt x="501015" y="0"/>
                    <a:pt x="1116838" y="0"/>
                  </a:cubicBezTo>
                  <a:lnTo>
                    <a:pt x="5427528" y="0"/>
                  </a:lnTo>
                  <a:cubicBezTo>
                    <a:pt x="6043223" y="0"/>
                    <a:pt x="6544239" y="391859"/>
                    <a:pt x="6544239" y="873512"/>
                  </a:cubicBezTo>
                  <a:cubicBezTo>
                    <a:pt x="6544239" y="1355066"/>
                    <a:pt x="6043223" y="1746924"/>
                    <a:pt x="5427401" y="1746924"/>
                  </a:cubicBezTo>
                  <a:close/>
                  <a:moveTo>
                    <a:pt x="1116838" y="29799"/>
                  </a:moveTo>
                  <a:cubicBezTo>
                    <a:pt x="521970" y="29799"/>
                    <a:pt x="38100" y="408248"/>
                    <a:pt x="38100" y="873512"/>
                  </a:cubicBezTo>
                  <a:cubicBezTo>
                    <a:pt x="38100" y="1338676"/>
                    <a:pt x="521970" y="1717225"/>
                    <a:pt x="1116838" y="1717225"/>
                  </a:cubicBezTo>
                  <a:lnTo>
                    <a:pt x="5427528" y="1717225"/>
                  </a:lnTo>
                  <a:cubicBezTo>
                    <a:pt x="6022269" y="1717225"/>
                    <a:pt x="6506266" y="1338776"/>
                    <a:pt x="6506266" y="873512"/>
                  </a:cubicBezTo>
                  <a:cubicBezTo>
                    <a:pt x="6506139" y="408248"/>
                    <a:pt x="6022268" y="29799"/>
                    <a:pt x="5427401" y="29799"/>
                  </a:cubicBezTo>
                  <a:lnTo>
                    <a:pt x="1116838" y="29799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97565" y="1863689"/>
            <a:ext cx="16230600" cy="7952994"/>
          </a:xfrm>
          <a:custGeom>
            <a:avLst/>
            <a:gdLst/>
            <a:ahLst/>
            <a:cxnLst/>
            <a:rect r="r" b="b" t="t" l="l"/>
            <a:pathLst>
              <a:path h="7952994" w="16230600">
                <a:moveTo>
                  <a:pt x="0" y="0"/>
                </a:moveTo>
                <a:lnTo>
                  <a:pt x="16230600" y="0"/>
                </a:lnTo>
                <a:lnTo>
                  <a:pt x="16230600" y="7952994"/>
                </a:lnTo>
                <a:lnTo>
                  <a:pt x="0" y="795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92664" y="641385"/>
            <a:ext cx="7102672" cy="77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6582" y="370114"/>
            <a:ext cx="4674835" cy="1863689"/>
            <a:chOff x="0" y="0"/>
            <a:chExt cx="6965980" cy="277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23686"/>
              <a:ext cx="6928007" cy="2729714"/>
            </a:xfrm>
            <a:custGeom>
              <a:avLst/>
              <a:gdLst/>
              <a:ahLst/>
              <a:cxnLst/>
              <a:rect r="r" b="b" t="t" l="l"/>
              <a:pathLst>
                <a:path h="2729714" w="6928007">
                  <a:moveTo>
                    <a:pt x="5830092" y="2729714"/>
                  </a:moveTo>
                  <a:lnTo>
                    <a:pt x="1097788" y="2729714"/>
                  </a:lnTo>
                  <a:cubicBezTo>
                    <a:pt x="491490" y="2729714"/>
                    <a:pt x="0" y="2118619"/>
                    <a:pt x="0" y="1364778"/>
                  </a:cubicBezTo>
                  <a:cubicBezTo>
                    <a:pt x="0" y="611094"/>
                    <a:pt x="491490" y="0"/>
                    <a:pt x="1097788" y="0"/>
                  </a:cubicBezTo>
                  <a:lnTo>
                    <a:pt x="5830219" y="0"/>
                  </a:lnTo>
                  <a:cubicBezTo>
                    <a:pt x="6436517" y="0"/>
                    <a:pt x="6928007" y="611094"/>
                    <a:pt x="6928007" y="1364936"/>
                  </a:cubicBezTo>
                  <a:cubicBezTo>
                    <a:pt x="6927879" y="2118619"/>
                    <a:pt x="6436390" y="2729714"/>
                    <a:pt x="5830092" y="272971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65979" cy="2777086"/>
            </a:xfrm>
            <a:custGeom>
              <a:avLst/>
              <a:gdLst/>
              <a:ahLst/>
              <a:cxnLst/>
              <a:rect r="r" b="b" t="t" l="l"/>
              <a:pathLst>
                <a:path h="2777086" w="6965979">
                  <a:moveTo>
                    <a:pt x="5849142" y="2777086"/>
                  </a:moveTo>
                  <a:lnTo>
                    <a:pt x="1116838" y="2777086"/>
                  </a:lnTo>
                  <a:cubicBezTo>
                    <a:pt x="501015" y="2777086"/>
                    <a:pt x="0" y="2154148"/>
                    <a:pt x="0" y="1388622"/>
                  </a:cubicBezTo>
                  <a:cubicBezTo>
                    <a:pt x="0" y="622938"/>
                    <a:pt x="501015" y="0"/>
                    <a:pt x="1116838" y="0"/>
                  </a:cubicBezTo>
                  <a:lnTo>
                    <a:pt x="5849269" y="0"/>
                  </a:lnTo>
                  <a:cubicBezTo>
                    <a:pt x="6464965" y="0"/>
                    <a:pt x="6965979" y="622938"/>
                    <a:pt x="6965979" y="1388622"/>
                  </a:cubicBezTo>
                  <a:cubicBezTo>
                    <a:pt x="6965979" y="2154148"/>
                    <a:pt x="6464965" y="2777086"/>
                    <a:pt x="5849142" y="2777086"/>
                  </a:cubicBezTo>
                  <a:close/>
                  <a:moveTo>
                    <a:pt x="1116838" y="47372"/>
                  </a:moveTo>
                  <a:cubicBezTo>
                    <a:pt x="521970" y="47372"/>
                    <a:pt x="38100" y="648992"/>
                    <a:pt x="38100" y="1388622"/>
                  </a:cubicBezTo>
                  <a:cubicBezTo>
                    <a:pt x="38100" y="2128094"/>
                    <a:pt x="521970" y="2729872"/>
                    <a:pt x="1116838" y="2729872"/>
                  </a:cubicBezTo>
                  <a:lnTo>
                    <a:pt x="5849269" y="2729872"/>
                  </a:lnTo>
                  <a:cubicBezTo>
                    <a:pt x="6444010" y="2729872"/>
                    <a:pt x="6928007" y="2128252"/>
                    <a:pt x="6928007" y="1388622"/>
                  </a:cubicBezTo>
                  <a:cubicBezTo>
                    <a:pt x="6927879" y="648992"/>
                    <a:pt x="6444010" y="47372"/>
                    <a:pt x="5849142" y="47372"/>
                  </a:cubicBezTo>
                  <a:lnTo>
                    <a:pt x="1116838" y="47372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69326" y="2655374"/>
            <a:ext cx="14949348" cy="6820640"/>
          </a:xfrm>
          <a:custGeom>
            <a:avLst/>
            <a:gdLst/>
            <a:ahLst/>
            <a:cxnLst/>
            <a:rect r="r" b="b" t="t" l="l"/>
            <a:pathLst>
              <a:path h="6820640" w="14949348">
                <a:moveTo>
                  <a:pt x="0" y="0"/>
                </a:moveTo>
                <a:lnTo>
                  <a:pt x="14949348" y="0"/>
                </a:lnTo>
                <a:lnTo>
                  <a:pt x="14949348" y="6820640"/>
                </a:lnTo>
                <a:lnTo>
                  <a:pt x="0" y="6820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27550" y="527328"/>
            <a:ext cx="4032901" cy="154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Efeito Colateral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6582" y="370114"/>
            <a:ext cx="4674835" cy="1863689"/>
            <a:chOff x="0" y="0"/>
            <a:chExt cx="6965980" cy="277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23686"/>
              <a:ext cx="6928007" cy="2729714"/>
            </a:xfrm>
            <a:custGeom>
              <a:avLst/>
              <a:gdLst/>
              <a:ahLst/>
              <a:cxnLst/>
              <a:rect r="r" b="b" t="t" l="l"/>
              <a:pathLst>
                <a:path h="2729714" w="6928007">
                  <a:moveTo>
                    <a:pt x="5830092" y="2729714"/>
                  </a:moveTo>
                  <a:lnTo>
                    <a:pt x="1097788" y="2729714"/>
                  </a:lnTo>
                  <a:cubicBezTo>
                    <a:pt x="491490" y="2729714"/>
                    <a:pt x="0" y="2118619"/>
                    <a:pt x="0" y="1364778"/>
                  </a:cubicBezTo>
                  <a:cubicBezTo>
                    <a:pt x="0" y="611094"/>
                    <a:pt x="491490" y="0"/>
                    <a:pt x="1097788" y="0"/>
                  </a:cubicBezTo>
                  <a:lnTo>
                    <a:pt x="5830219" y="0"/>
                  </a:lnTo>
                  <a:cubicBezTo>
                    <a:pt x="6436517" y="0"/>
                    <a:pt x="6928007" y="611094"/>
                    <a:pt x="6928007" y="1364936"/>
                  </a:cubicBezTo>
                  <a:cubicBezTo>
                    <a:pt x="6927879" y="2118619"/>
                    <a:pt x="6436390" y="2729714"/>
                    <a:pt x="5830092" y="272971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65979" cy="2777086"/>
            </a:xfrm>
            <a:custGeom>
              <a:avLst/>
              <a:gdLst/>
              <a:ahLst/>
              <a:cxnLst/>
              <a:rect r="r" b="b" t="t" l="l"/>
              <a:pathLst>
                <a:path h="2777086" w="6965979">
                  <a:moveTo>
                    <a:pt x="5849142" y="2777086"/>
                  </a:moveTo>
                  <a:lnTo>
                    <a:pt x="1116838" y="2777086"/>
                  </a:lnTo>
                  <a:cubicBezTo>
                    <a:pt x="501015" y="2777086"/>
                    <a:pt x="0" y="2154148"/>
                    <a:pt x="0" y="1388622"/>
                  </a:cubicBezTo>
                  <a:cubicBezTo>
                    <a:pt x="0" y="622938"/>
                    <a:pt x="501015" y="0"/>
                    <a:pt x="1116838" y="0"/>
                  </a:cubicBezTo>
                  <a:lnTo>
                    <a:pt x="5849269" y="0"/>
                  </a:lnTo>
                  <a:cubicBezTo>
                    <a:pt x="6464965" y="0"/>
                    <a:pt x="6965979" y="622938"/>
                    <a:pt x="6965979" y="1388622"/>
                  </a:cubicBezTo>
                  <a:cubicBezTo>
                    <a:pt x="6965979" y="2154148"/>
                    <a:pt x="6464965" y="2777086"/>
                    <a:pt x="5849142" y="2777086"/>
                  </a:cubicBezTo>
                  <a:close/>
                  <a:moveTo>
                    <a:pt x="1116838" y="47372"/>
                  </a:moveTo>
                  <a:cubicBezTo>
                    <a:pt x="521970" y="47372"/>
                    <a:pt x="38100" y="648992"/>
                    <a:pt x="38100" y="1388622"/>
                  </a:cubicBezTo>
                  <a:cubicBezTo>
                    <a:pt x="38100" y="2128094"/>
                    <a:pt x="521970" y="2729872"/>
                    <a:pt x="1116838" y="2729872"/>
                  </a:cubicBezTo>
                  <a:lnTo>
                    <a:pt x="5849269" y="2729872"/>
                  </a:lnTo>
                  <a:cubicBezTo>
                    <a:pt x="6444010" y="2729872"/>
                    <a:pt x="6928007" y="2128252"/>
                    <a:pt x="6928007" y="1388622"/>
                  </a:cubicBezTo>
                  <a:cubicBezTo>
                    <a:pt x="6927879" y="648992"/>
                    <a:pt x="6444010" y="47372"/>
                    <a:pt x="5849142" y="47372"/>
                  </a:cubicBezTo>
                  <a:lnTo>
                    <a:pt x="1116838" y="47372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661351"/>
            <a:ext cx="16431669" cy="5299213"/>
          </a:xfrm>
          <a:custGeom>
            <a:avLst/>
            <a:gdLst/>
            <a:ahLst/>
            <a:cxnLst/>
            <a:rect r="r" b="b" t="t" l="l"/>
            <a:pathLst>
              <a:path h="5299213" w="16431669">
                <a:moveTo>
                  <a:pt x="0" y="0"/>
                </a:moveTo>
                <a:lnTo>
                  <a:pt x="16431669" y="0"/>
                </a:lnTo>
                <a:lnTo>
                  <a:pt x="16431669" y="5299213"/>
                </a:lnTo>
                <a:lnTo>
                  <a:pt x="0" y="5299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27550" y="527328"/>
            <a:ext cx="4032901" cy="154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6582" y="370114"/>
            <a:ext cx="4674835" cy="1863689"/>
            <a:chOff x="0" y="0"/>
            <a:chExt cx="6965980" cy="277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23686"/>
              <a:ext cx="6928007" cy="2729714"/>
            </a:xfrm>
            <a:custGeom>
              <a:avLst/>
              <a:gdLst/>
              <a:ahLst/>
              <a:cxnLst/>
              <a:rect r="r" b="b" t="t" l="l"/>
              <a:pathLst>
                <a:path h="2729714" w="6928007">
                  <a:moveTo>
                    <a:pt x="5830092" y="2729714"/>
                  </a:moveTo>
                  <a:lnTo>
                    <a:pt x="1097788" y="2729714"/>
                  </a:lnTo>
                  <a:cubicBezTo>
                    <a:pt x="491490" y="2729714"/>
                    <a:pt x="0" y="2118619"/>
                    <a:pt x="0" y="1364778"/>
                  </a:cubicBezTo>
                  <a:cubicBezTo>
                    <a:pt x="0" y="611094"/>
                    <a:pt x="491490" y="0"/>
                    <a:pt x="1097788" y="0"/>
                  </a:cubicBezTo>
                  <a:lnTo>
                    <a:pt x="5830219" y="0"/>
                  </a:lnTo>
                  <a:cubicBezTo>
                    <a:pt x="6436517" y="0"/>
                    <a:pt x="6928007" y="611094"/>
                    <a:pt x="6928007" y="1364936"/>
                  </a:cubicBezTo>
                  <a:cubicBezTo>
                    <a:pt x="6927879" y="2118619"/>
                    <a:pt x="6436390" y="2729714"/>
                    <a:pt x="5830092" y="272971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65979" cy="2777086"/>
            </a:xfrm>
            <a:custGeom>
              <a:avLst/>
              <a:gdLst/>
              <a:ahLst/>
              <a:cxnLst/>
              <a:rect r="r" b="b" t="t" l="l"/>
              <a:pathLst>
                <a:path h="2777086" w="6965979">
                  <a:moveTo>
                    <a:pt x="5849142" y="2777086"/>
                  </a:moveTo>
                  <a:lnTo>
                    <a:pt x="1116838" y="2777086"/>
                  </a:lnTo>
                  <a:cubicBezTo>
                    <a:pt x="501015" y="2777086"/>
                    <a:pt x="0" y="2154148"/>
                    <a:pt x="0" y="1388622"/>
                  </a:cubicBezTo>
                  <a:cubicBezTo>
                    <a:pt x="0" y="622938"/>
                    <a:pt x="501015" y="0"/>
                    <a:pt x="1116838" y="0"/>
                  </a:cubicBezTo>
                  <a:lnTo>
                    <a:pt x="5849269" y="0"/>
                  </a:lnTo>
                  <a:cubicBezTo>
                    <a:pt x="6464965" y="0"/>
                    <a:pt x="6965979" y="622938"/>
                    <a:pt x="6965979" y="1388622"/>
                  </a:cubicBezTo>
                  <a:cubicBezTo>
                    <a:pt x="6965979" y="2154148"/>
                    <a:pt x="6464965" y="2777086"/>
                    <a:pt x="5849142" y="2777086"/>
                  </a:cubicBezTo>
                  <a:close/>
                  <a:moveTo>
                    <a:pt x="1116838" y="47372"/>
                  </a:moveTo>
                  <a:cubicBezTo>
                    <a:pt x="521970" y="47372"/>
                    <a:pt x="38100" y="648992"/>
                    <a:pt x="38100" y="1388622"/>
                  </a:cubicBezTo>
                  <a:cubicBezTo>
                    <a:pt x="38100" y="2128094"/>
                    <a:pt x="521970" y="2729872"/>
                    <a:pt x="1116838" y="2729872"/>
                  </a:cubicBezTo>
                  <a:lnTo>
                    <a:pt x="5849269" y="2729872"/>
                  </a:lnTo>
                  <a:cubicBezTo>
                    <a:pt x="6444010" y="2729872"/>
                    <a:pt x="6928007" y="2128252"/>
                    <a:pt x="6928007" y="1388622"/>
                  </a:cubicBezTo>
                  <a:cubicBezTo>
                    <a:pt x="6927879" y="648992"/>
                    <a:pt x="6444010" y="47372"/>
                    <a:pt x="5849142" y="47372"/>
                  </a:cubicBezTo>
                  <a:lnTo>
                    <a:pt x="1116838" y="47372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42523" y="2675676"/>
            <a:ext cx="16402954" cy="2070873"/>
          </a:xfrm>
          <a:custGeom>
            <a:avLst/>
            <a:gdLst/>
            <a:ahLst/>
            <a:cxnLst/>
            <a:rect r="r" b="b" t="t" l="l"/>
            <a:pathLst>
              <a:path h="2070873" w="16402954">
                <a:moveTo>
                  <a:pt x="0" y="0"/>
                </a:moveTo>
                <a:lnTo>
                  <a:pt x="16402954" y="0"/>
                </a:lnTo>
                <a:lnTo>
                  <a:pt x="16402954" y="2070873"/>
                </a:lnTo>
                <a:lnTo>
                  <a:pt x="0" y="2070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27550" y="527328"/>
            <a:ext cx="4032901" cy="154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6582" y="370114"/>
            <a:ext cx="4674835" cy="1863689"/>
            <a:chOff x="0" y="0"/>
            <a:chExt cx="6965980" cy="277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23686"/>
              <a:ext cx="6928007" cy="2729714"/>
            </a:xfrm>
            <a:custGeom>
              <a:avLst/>
              <a:gdLst/>
              <a:ahLst/>
              <a:cxnLst/>
              <a:rect r="r" b="b" t="t" l="l"/>
              <a:pathLst>
                <a:path h="2729714" w="6928007">
                  <a:moveTo>
                    <a:pt x="5830092" y="2729714"/>
                  </a:moveTo>
                  <a:lnTo>
                    <a:pt x="1097788" y="2729714"/>
                  </a:lnTo>
                  <a:cubicBezTo>
                    <a:pt x="491490" y="2729714"/>
                    <a:pt x="0" y="2118619"/>
                    <a:pt x="0" y="1364778"/>
                  </a:cubicBezTo>
                  <a:cubicBezTo>
                    <a:pt x="0" y="611094"/>
                    <a:pt x="491490" y="0"/>
                    <a:pt x="1097788" y="0"/>
                  </a:cubicBezTo>
                  <a:lnTo>
                    <a:pt x="5830219" y="0"/>
                  </a:lnTo>
                  <a:cubicBezTo>
                    <a:pt x="6436517" y="0"/>
                    <a:pt x="6928007" y="611094"/>
                    <a:pt x="6928007" y="1364936"/>
                  </a:cubicBezTo>
                  <a:cubicBezTo>
                    <a:pt x="6927879" y="2118619"/>
                    <a:pt x="6436390" y="2729714"/>
                    <a:pt x="5830092" y="272971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65979" cy="2777086"/>
            </a:xfrm>
            <a:custGeom>
              <a:avLst/>
              <a:gdLst/>
              <a:ahLst/>
              <a:cxnLst/>
              <a:rect r="r" b="b" t="t" l="l"/>
              <a:pathLst>
                <a:path h="2777086" w="6965979">
                  <a:moveTo>
                    <a:pt x="5849142" y="2777086"/>
                  </a:moveTo>
                  <a:lnTo>
                    <a:pt x="1116838" y="2777086"/>
                  </a:lnTo>
                  <a:cubicBezTo>
                    <a:pt x="501015" y="2777086"/>
                    <a:pt x="0" y="2154148"/>
                    <a:pt x="0" y="1388622"/>
                  </a:cubicBezTo>
                  <a:cubicBezTo>
                    <a:pt x="0" y="622938"/>
                    <a:pt x="501015" y="0"/>
                    <a:pt x="1116838" y="0"/>
                  </a:cubicBezTo>
                  <a:lnTo>
                    <a:pt x="5849269" y="0"/>
                  </a:lnTo>
                  <a:cubicBezTo>
                    <a:pt x="6464965" y="0"/>
                    <a:pt x="6965979" y="622938"/>
                    <a:pt x="6965979" y="1388622"/>
                  </a:cubicBezTo>
                  <a:cubicBezTo>
                    <a:pt x="6965979" y="2154148"/>
                    <a:pt x="6464965" y="2777086"/>
                    <a:pt x="5849142" y="2777086"/>
                  </a:cubicBezTo>
                  <a:close/>
                  <a:moveTo>
                    <a:pt x="1116838" y="47372"/>
                  </a:moveTo>
                  <a:cubicBezTo>
                    <a:pt x="521970" y="47372"/>
                    <a:pt x="38100" y="648992"/>
                    <a:pt x="38100" y="1388622"/>
                  </a:cubicBezTo>
                  <a:cubicBezTo>
                    <a:pt x="38100" y="2128094"/>
                    <a:pt x="521970" y="2729872"/>
                    <a:pt x="1116838" y="2729872"/>
                  </a:cubicBezTo>
                  <a:lnTo>
                    <a:pt x="5849269" y="2729872"/>
                  </a:lnTo>
                  <a:cubicBezTo>
                    <a:pt x="6444010" y="2729872"/>
                    <a:pt x="6928007" y="2128252"/>
                    <a:pt x="6928007" y="1388622"/>
                  </a:cubicBezTo>
                  <a:cubicBezTo>
                    <a:pt x="6927879" y="648992"/>
                    <a:pt x="6444010" y="47372"/>
                    <a:pt x="5849142" y="47372"/>
                  </a:cubicBezTo>
                  <a:lnTo>
                    <a:pt x="1116838" y="47372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42523" y="2675676"/>
            <a:ext cx="16402954" cy="2070873"/>
          </a:xfrm>
          <a:custGeom>
            <a:avLst/>
            <a:gdLst/>
            <a:ahLst/>
            <a:cxnLst/>
            <a:rect r="r" b="b" t="t" l="l"/>
            <a:pathLst>
              <a:path h="2070873" w="16402954">
                <a:moveTo>
                  <a:pt x="0" y="0"/>
                </a:moveTo>
                <a:lnTo>
                  <a:pt x="16402954" y="0"/>
                </a:lnTo>
                <a:lnTo>
                  <a:pt x="16402954" y="2070873"/>
                </a:lnTo>
                <a:lnTo>
                  <a:pt x="0" y="2070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27550" y="527328"/>
            <a:ext cx="4032901" cy="154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6582" y="370114"/>
            <a:ext cx="4674835" cy="1863689"/>
            <a:chOff x="0" y="0"/>
            <a:chExt cx="6965980" cy="277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9050" y="23686"/>
              <a:ext cx="6928007" cy="2729714"/>
            </a:xfrm>
            <a:custGeom>
              <a:avLst/>
              <a:gdLst/>
              <a:ahLst/>
              <a:cxnLst/>
              <a:rect r="r" b="b" t="t" l="l"/>
              <a:pathLst>
                <a:path h="2729714" w="6928007">
                  <a:moveTo>
                    <a:pt x="5830092" y="2729714"/>
                  </a:moveTo>
                  <a:lnTo>
                    <a:pt x="1097788" y="2729714"/>
                  </a:lnTo>
                  <a:cubicBezTo>
                    <a:pt x="491490" y="2729714"/>
                    <a:pt x="0" y="2118619"/>
                    <a:pt x="0" y="1364778"/>
                  </a:cubicBezTo>
                  <a:cubicBezTo>
                    <a:pt x="0" y="611094"/>
                    <a:pt x="491490" y="0"/>
                    <a:pt x="1097788" y="0"/>
                  </a:cubicBezTo>
                  <a:lnTo>
                    <a:pt x="5830219" y="0"/>
                  </a:lnTo>
                  <a:cubicBezTo>
                    <a:pt x="6436517" y="0"/>
                    <a:pt x="6928007" y="611094"/>
                    <a:pt x="6928007" y="1364936"/>
                  </a:cubicBezTo>
                  <a:cubicBezTo>
                    <a:pt x="6927879" y="2118619"/>
                    <a:pt x="6436390" y="2729714"/>
                    <a:pt x="5830092" y="2729714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65979" cy="2777086"/>
            </a:xfrm>
            <a:custGeom>
              <a:avLst/>
              <a:gdLst/>
              <a:ahLst/>
              <a:cxnLst/>
              <a:rect r="r" b="b" t="t" l="l"/>
              <a:pathLst>
                <a:path h="2777086" w="6965979">
                  <a:moveTo>
                    <a:pt x="5849142" y="2777086"/>
                  </a:moveTo>
                  <a:lnTo>
                    <a:pt x="1116838" y="2777086"/>
                  </a:lnTo>
                  <a:cubicBezTo>
                    <a:pt x="501015" y="2777086"/>
                    <a:pt x="0" y="2154148"/>
                    <a:pt x="0" y="1388622"/>
                  </a:cubicBezTo>
                  <a:cubicBezTo>
                    <a:pt x="0" y="622938"/>
                    <a:pt x="501015" y="0"/>
                    <a:pt x="1116838" y="0"/>
                  </a:cubicBezTo>
                  <a:lnTo>
                    <a:pt x="5849269" y="0"/>
                  </a:lnTo>
                  <a:cubicBezTo>
                    <a:pt x="6464965" y="0"/>
                    <a:pt x="6965979" y="622938"/>
                    <a:pt x="6965979" y="1388622"/>
                  </a:cubicBezTo>
                  <a:cubicBezTo>
                    <a:pt x="6965979" y="2154148"/>
                    <a:pt x="6464965" y="2777086"/>
                    <a:pt x="5849142" y="2777086"/>
                  </a:cubicBezTo>
                  <a:close/>
                  <a:moveTo>
                    <a:pt x="1116838" y="47372"/>
                  </a:moveTo>
                  <a:cubicBezTo>
                    <a:pt x="521970" y="47372"/>
                    <a:pt x="38100" y="648992"/>
                    <a:pt x="38100" y="1388622"/>
                  </a:cubicBezTo>
                  <a:cubicBezTo>
                    <a:pt x="38100" y="2128094"/>
                    <a:pt x="521970" y="2729872"/>
                    <a:pt x="1116838" y="2729872"/>
                  </a:cubicBezTo>
                  <a:lnTo>
                    <a:pt x="5849269" y="2729872"/>
                  </a:lnTo>
                  <a:cubicBezTo>
                    <a:pt x="6444010" y="2729872"/>
                    <a:pt x="6928007" y="2128252"/>
                    <a:pt x="6928007" y="1388622"/>
                  </a:cubicBezTo>
                  <a:cubicBezTo>
                    <a:pt x="6927879" y="648992"/>
                    <a:pt x="6444010" y="47372"/>
                    <a:pt x="5849142" y="47372"/>
                  </a:cubicBezTo>
                  <a:lnTo>
                    <a:pt x="1116838" y="47372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302379" y="3215551"/>
            <a:ext cx="11683241" cy="6237692"/>
          </a:xfrm>
          <a:custGeom>
            <a:avLst/>
            <a:gdLst/>
            <a:ahLst/>
            <a:cxnLst/>
            <a:rect r="r" b="b" t="t" l="l"/>
            <a:pathLst>
              <a:path h="6237692" w="11683241">
                <a:moveTo>
                  <a:pt x="0" y="0"/>
                </a:moveTo>
                <a:lnTo>
                  <a:pt x="11683242" y="0"/>
                </a:lnTo>
                <a:lnTo>
                  <a:pt x="11683242" y="6237691"/>
                </a:lnTo>
                <a:lnTo>
                  <a:pt x="0" y="6237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406" t="-22686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27550" y="527328"/>
            <a:ext cx="4032901" cy="154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Árvore Alvinegra</a:t>
            </a:r>
          </a:p>
          <a:p>
            <a:pPr algn="ctr" marL="0" indent="0" lvl="0">
              <a:lnSpc>
                <a:spcPts val="6154"/>
              </a:lnSpc>
            </a:pPr>
            <a:r>
              <a:rPr lang="en-US" b="true" sz="5128" spc="-10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Balanceamento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1570271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39890" y="1586893"/>
            <a:ext cx="10920295" cy="836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tratar o elemento?</a:t>
            </a:r>
          </a:p>
          <a:p>
            <a:pPr algn="l" marL="690881" indent="-345440" lvl="1">
              <a:lnSpc>
                <a:spcPts val="416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Ao invez de criar uma variável int elem por exemplo para ser o elemento, cria-se um objeto para se referir ao objeto</a:t>
            </a: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inserção é feita recursivamente.</a:t>
            </a: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Exemplo: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Tenho uma estrutura “Doidona” de uma tabela hash T1, que se faltar espaço é dividido em 3 estruturas.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A 1a é uma tabela hash com rehash, que se faltar espaço leva para uma árvore binaria;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A 2a é uma lista flexível que adiciona os elementos sempre no final da lista;</a:t>
            </a:r>
          </a:p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E a 3a é uma árvore AVL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571744" y="3247374"/>
            <a:ext cx="4252069" cy="2927005"/>
          </a:xfrm>
          <a:custGeom>
            <a:avLst/>
            <a:gdLst/>
            <a:ahLst/>
            <a:cxnLst/>
            <a:rect r="r" b="b" t="t" l="l"/>
            <a:pathLst>
              <a:path h="2927005" w="4252069">
                <a:moveTo>
                  <a:pt x="0" y="0"/>
                </a:moveTo>
                <a:lnTo>
                  <a:pt x="4252069" y="0"/>
                </a:lnTo>
                <a:lnTo>
                  <a:pt x="4252069" y="2927006"/>
                </a:lnTo>
                <a:lnTo>
                  <a:pt x="0" y="2927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77291" y="655582"/>
            <a:ext cx="3810856" cy="9631418"/>
          </a:xfrm>
          <a:custGeom>
            <a:avLst/>
            <a:gdLst/>
            <a:ahLst/>
            <a:cxnLst/>
            <a:rect r="r" b="b" t="t" l="l"/>
            <a:pathLst>
              <a:path h="9631418" w="3810856">
                <a:moveTo>
                  <a:pt x="0" y="0"/>
                </a:moveTo>
                <a:lnTo>
                  <a:pt x="3810857" y="0"/>
                </a:lnTo>
                <a:lnTo>
                  <a:pt x="3810857" y="9631418"/>
                </a:lnTo>
                <a:lnTo>
                  <a:pt x="0" y="9631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9890" y="283320"/>
            <a:ext cx="1220056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Estrutura híbrida (ou Doidona)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914400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73898" y="138738"/>
            <a:ext cx="8159067" cy="10082421"/>
          </a:xfrm>
          <a:custGeom>
            <a:avLst/>
            <a:gdLst/>
            <a:ahLst/>
            <a:cxnLst/>
            <a:rect r="r" b="b" t="t" l="l"/>
            <a:pathLst>
              <a:path h="10082421" w="8159067">
                <a:moveTo>
                  <a:pt x="0" y="0"/>
                </a:moveTo>
                <a:lnTo>
                  <a:pt x="8159067" y="0"/>
                </a:lnTo>
                <a:lnTo>
                  <a:pt x="8159067" y="10082421"/>
                </a:lnTo>
                <a:lnTo>
                  <a:pt x="0" y="10082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92275" y="101520"/>
            <a:ext cx="6517889" cy="10083960"/>
          </a:xfrm>
          <a:custGeom>
            <a:avLst/>
            <a:gdLst/>
            <a:ahLst/>
            <a:cxnLst/>
            <a:rect r="r" b="b" t="t" l="l"/>
            <a:pathLst>
              <a:path h="10083960" w="6517889">
                <a:moveTo>
                  <a:pt x="0" y="0"/>
                </a:moveTo>
                <a:lnTo>
                  <a:pt x="6517890" y="0"/>
                </a:lnTo>
                <a:lnTo>
                  <a:pt x="6517890" y="10083960"/>
                </a:lnTo>
                <a:lnTo>
                  <a:pt x="0" y="10083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9144000" y="0"/>
            <a:ext cx="0" cy="1028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112388" y="512341"/>
            <a:ext cx="6658421" cy="874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public void inserir(Objeto objeto){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int elem = objeto.elem;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int i = elem % 6;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 //hash da T1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if(T1[i] == null){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T1[i] = elem;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}else{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i = elem % 3;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 //hash da T2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if(i == 0){ 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i = elem % 5;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 //hash da T3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if(T3[i] == null){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T3[i] = elem;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} else 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i = elem - 1 % 5; 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//rehash da T3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if(t3[i] == null){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  t3[i] = elem;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} else 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  arvoreBinaria.inserir(objeto);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}else if (i == 1){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lista.inserirFim(objeto);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}else{ 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//if (i == 2)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arvoreAVL.inserir(objeto);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}</a:t>
            </a:r>
          </a:p>
          <a:p>
            <a:pPr algn="l">
              <a:lnSpc>
                <a:spcPts val="258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66313" y="72897"/>
            <a:ext cx="6658421" cy="1036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public boolean search(int elem){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int i = elem % 6;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 //hash da T1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if(T1[i] == null){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return false;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} else if(T1[i].elem == elem){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return true;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} else 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i = elem % 3; 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//hash da T2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if(i == 0){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i = elem % 5;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 //hash da T3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if(T3[i] == null){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return false;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} else if (T3[i].elem == elem){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return true;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} else 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i = elem - 1 % 5; 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//rehash da T3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if(T3[i] == null){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  return false;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} else if(T3[i].elem == elem){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  return true;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}else 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  arvoreBinaria.search(elem);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}else if (i == 1){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lista.search(elem);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}else{ </a:t>
            </a:r>
            <a:r>
              <a:rPr lang="en-US" sz="2152" spc="-43">
                <a:solidFill>
                  <a:srgbClr val="09653A"/>
                </a:solidFill>
                <a:latin typeface="Fira Code"/>
                <a:ea typeface="Fira Code"/>
                <a:cs typeface="Fira Code"/>
                <a:sym typeface="Fira Code"/>
              </a:rPr>
              <a:t>//if (i == 2)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  arvoreAVL.search(elem);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  }</a:t>
            </a:r>
          </a:p>
          <a:p>
            <a:pPr algn="l">
              <a:lnSpc>
                <a:spcPts val="2582"/>
              </a:lnSpc>
            </a:pPr>
            <a:r>
              <a:rPr lang="en-US" sz="2152" spc="-43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  }</a:t>
            </a:r>
          </a:p>
          <a:p>
            <a:pPr algn="l">
              <a:lnSpc>
                <a:spcPts val="25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85214"/>
            <a:ext cx="15971708" cy="9401786"/>
          </a:xfrm>
          <a:custGeom>
            <a:avLst/>
            <a:gdLst/>
            <a:ahLst/>
            <a:cxnLst/>
            <a:rect r="r" b="b" t="t" l="l"/>
            <a:pathLst>
              <a:path h="9401786" w="15971708">
                <a:moveTo>
                  <a:pt x="0" y="0"/>
                </a:moveTo>
                <a:lnTo>
                  <a:pt x="15971708" y="0"/>
                </a:lnTo>
                <a:lnTo>
                  <a:pt x="15971708" y="9401786"/>
                </a:lnTo>
                <a:lnTo>
                  <a:pt x="0" y="9401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95896" y="165264"/>
            <a:ext cx="2298204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b="true" sz="3900" spc="-78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Exemplo:</a:t>
            </a:r>
          </a:p>
        </p:txBody>
      </p:sp>
      <p:sp>
        <p:nvSpPr>
          <p:cNvPr name="AutoShape 4" id="4"/>
          <p:cNvSpPr/>
          <p:nvPr/>
        </p:nvSpPr>
        <p:spPr>
          <a:xfrm>
            <a:off x="526263" y="1473971"/>
            <a:ext cx="1661193" cy="12651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 flipV="true">
            <a:off x="5336444" y="2994358"/>
            <a:ext cx="849035" cy="2080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>
            <a:off x="7044510" y="3009514"/>
            <a:ext cx="1247349" cy="6072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2187455" y="3833217"/>
            <a:ext cx="4445361" cy="30414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187455" y="6874662"/>
            <a:ext cx="185162" cy="9719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V="true">
            <a:off x="11702302" y="2939738"/>
            <a:ext cx="2562673" cy="7515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>
            <a:off x="7044510" y="5060222"/>
            <a:ext cx="4893167" cy="20464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51976"/>
            <a:ext cx="15767822" cy="8973207"/>
          </a:xfrm>
          <a:custGeom>
            <a:avLst/>
            <a:gdLst/>
            <a:ahLst/>
            <a:cxnLst/>
            <a:rect r="r" b="b" t="t" l="l"/>
            <a:pathLst>
              <a:path h="8973207" w="15767822">
                <a:moveTo>
                  <a:pt x="0" y="0"/>
                </a:moveTo>
                <a:lnTo>
                  <a:pt x="15767822" y="0"/>
                </a:lnTo>
                <a:lnTo>
                  <a:pt x="15767822" y="8973207"/>
                </a:lnTo>
                <a:lnTo>
                  <a:pt x="0" y="8973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70827"/>
            <a:ext cx="1804487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b="true" sz="3400" spc="-68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Tente inserir os seguintes elementos:</a:t>
            </a:r>
          </a:p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5, 11, 3, 9, 18, 21, 33, 27, 35, 41, 36, 4, 8, 10, 20, 24, 48, 50, 25, 72, 19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51976"/>
            <a:ext cx="15767822" cy="8973207"/>
          </a:xfrm>
          <a:custGeom>
            <a:avLst/>
            <a:gdLst/>
            <a:ahLst/>
            <a:cxnLst/>
            <a:rect r="r" b="b" t="t" l="l"/>
            <a:pathLst>
              <a:path h="8973207" w="15767822">
                <a:moveTo>
                  <a:pt x="0" y="0"/>
                </a:moveTo>
                <a:lnTo>
                  <a:pt x="15767822" y="0"/>
                </a:lnTo>
                <a:lnTo>
                  <a:pt x="15767822" y="8973207"/>
                </a:lnTo>
                <a:lnTo>
                  <a:pt x="0" y="8973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482" y="231934"/>
            <a:ext cx="1769903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5, 11, 3, 9, 18, 21, 33, 27, 35, 41, 36, 4, 8, 10, 20, 24, 48, 50, 25, 72, 19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34086" y="4346522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492083" y="7716309"/>
            <a:ext cx="663928" cy="645934"/>
            <a:chOff x="0" y="0"/>
            <a:chExt cx="923225" cy="8982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2132472" y="7297801"/>
            <a:ext cx="691575" cy="6022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695" y="687872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492083" y="7716309"/>
            <a:ext cx="663928" cy="645934"/>
            <a:chOff x="0" y="0"/>
            <a:chExt cx="923225" cy="8982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2179215" y="7337866"/>
            <a:ext cx="425089" cy="4593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365222" y="8797050"/>
            <a:ext cx="663928" cy="645934"/>
            <a:chOff x="0" y="0"/>
            <a:chExt cx="923225" cy="8982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3027498" y="8294498"/>
            <a:ext cx="480816" cy="6536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7740015" y="60007"/>
            <a:ext cx="925830" cy="927735"/>
            <a:chOff x="0" y="0"/>
            <a:chExt cx="1234440" cy="12369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6401" y="47770"/>
              <a:ext cx="1136782" cy="1139383"/>
            </a:xfrm>
            <a:custGeom>
              <a:avLst/>
              <a:gdLst/>
              <a:ahLst/>
              <a:cxnLst/>
              <a:rect r="r" b="b" t="t" l="l"/>
              <a:pathLst>
                <a:path h="1139383" w="1136782">
                  <a:moveTo>
                    <a:pt x="409529" y="147810"/>
                  </a:moveTo>
                  <a:cubicBezTo>
                    <a:pt x="249509" y="213850"/>
                    <a:pt x="197439" y="265920"/>
                    <a:pt x="174579" y="324340"/>
                  </a:cubicBezTo>
                  <a:cubicBezTo>
                    <a:pt x="146639" y="394190"/>
                    <a:pt x="160609" y="513570"/>
                    <a:pt x="158069" y="583420"/>
                  </a:cubicBezTo>
                  <a:cubicBezTo>
                    <a:pt x="156799" y="631680"/>
                    <a:pt x="147909" y="663430"/>
                    <a:pt x="158069" y="705340"/>
                  </a:cubicBezTo>
                  <a:cubicBezTo>
                    <a:pt x="170769" y="754870"/>
                    <a:pt x="199979" y="820910"/>
                    <a:pt x="239349" y="860280"/>
                  </a:cubicBezTo>
                  <a:cubicBezTo>
                    <a:pt x="279989" y="899650"/>
                    <a:pt x="339679" y="919970"/>
                    <a:pt x="401909" y="939020"/>
                  </a:cubicBezTo>
                  <a:cubicBezTo>
                    <a:pt x="478109" y="961880"/>
                    <a:pt x="593679" y="974580"/>
                    <a:pt x="663529" y="974580"/>
                  </a:cubicBezTo>
                  <a:cubicBezTo>
                    <a:pt x="709249" y="974580"/>
                    <a:pt x="743539" y="972040"/>
                    <a:pt x="780369" y="960610"/>
                  </a:cubicBezTo>
                  <a:cubicBezTo>
                    <a:pt x="815929" y="949180"/>
                    <a:pt x="852759" y="932670"/>
                    <a:pt x="878159" y="909810"/>
                  </a:cubicBezTo>
                  <a:cubicBezTo>
                    <a:pt x="901019" y="889490"/>
                    <a:pt x="912449" y="864090"/>
                    <a:pt x="927689" y="829800"/>
                  </a:cubicBezTo>
                  <a:cubicBezTo>
                    <a:pt x="948009" y="781540"/>
                    <a:pt x="969599" y="692640"/>
                    <a:pt x="978489" y="640570"/>
                  </a:cubicBezTo>
                  <a:cubicBezTo>
                    <a:pt x="983569" y="606280"/>
                    <a:pt x="993729" y="580880"/>
                    <a:pt x="982299" y="551670"/>
                  </a:cubicBezTo>
                  <a:cubicBezTo>
                    <a:pt x="964519" y="511030"/>
                    <a:pt x="906099" y="471660"/>
                    <a:pt x="852759" y="433560"/>
                  </a:cubicBezTo>
                  <a:cubicBezTo>
                    <a:pt x="782909" y="385300"/>
                    <a:pt x="678769" y="326880"/>
                    <a:pt x="591139" y="297670"/>
                  </a:cubicBezTo>
                  <a:cubicBezTo>
                    <a:pt x="511129" y="271000"/>
                    <a:pt x="427309" y="260840"/>
                    <a:pt x="347299" y="259570"/>
                  </a:cubicBezTo>
                  <a:cubicBezTo>
                    <a:pt x="271099" y="259570"/>
                    <a:pt x="169499" y="293860"/>
                    <a:pt x="122509" y="291320"/>
                  </a:cubicBezTo>
                  <a:cubicBezTo>
                    <a:pt x="99649" y="290050"/>
                    <a:pt x="85679" y="288780"/>
                    <a:pt x="71709" y="278620"/>
                  </a:cubicBezTo>
                  <a:cubicBezTo>
                    <a:pt x="55199" y="267190"/>
                    <a:pt x="34879" y="236710"/>
                    <a:pt x="34879" y="213850"/>
                  </a:cubicBezTo>
                  <a:cubicBezTo>
                    <a:pt x="33609" y="192260"/>
                    <a:pt x="50119" y="159240"/>
                    <a:pt x="67899" y="146540"/>
                  </a:cubicBezTo>
                  <a:cubicBezTo>
                    <a:pt x="85679" y="133840"/>
                    <a:pt x="121239" y="127490"/>
                    <a:pt x="141559" y="135110"/>
                  </a:cubicBezTo>
                  <a:cubicBezTo>
                    <a:pt x="163149" y="142730"/>
                    <a:pt x="187279" y="169400"/>
                    <a:pt x="192359" y="190990"/>
                  </a:cubicBezTo>
                  <a:cubicBezTo>
                    <a:pt x="197439" y="212580"/>
                    <a:pt x="189819" y="246870"/>
                    <a:pt x="174579" y="264650"/>
                  </a:cubicBezTo>
                  <a:cubicBezTo>
                    <a:pt x="160609" y="281160"/>
                    <a:pt x="125049" y="291320"/>
                    <a:pt x="104729" y="290050"/>
                  </a:cubicBezTo>
                  <a:cubicBezTo>
                    <a:pt x="86949" y="290050"/>
                    <a:pt x="70439" y="279890"/>
                    <a:pt x="59009" y="268460"/>
                  </a:cubicBezTo>
                  <a:cubicBezTo>
                    <a:pt x="47579" y="257030"/>
                    <a:pt x="37419" y="237980"/>
                    <a:pt x="34879" y="222740"/>
                  </a:cubicBezTo>
                  <a:cubicBezTo>
                    <a:pt x="33609" y="206230"/>
                    <a:pt x="34879" y="185910"/>
                    <a:pt x="45039" y="171940"/>
                  </a:cubicBezTo>
                  <a:cubicBezTo>
                    <a:pt x="56469" y="155430"/>
                    <a:pt x="80599" y="142730"/>
                    <a:pt x="107269" y="131300"/>
                  </a:cubicBezTo>
                  <a:cubicBezTo>
                    <a:pt x="149179" y="114790"/>
                    <a:pt x="221569" y="103360"/>
                    <a:pt x="274909" y="99550"/>
                  </a:cubicBezTo>
                  <a:cubicBezTo>
                    <a:pt x="323169" y="95740"/>
                    <a:pt x="359999" y="98280"/>
                    <a:pt x="413339" y="104630"/>
                  </a:cubicBezTo>
                  <a:cubicBezTo>
                    <a:pt x="493349" y="116060"/>
                    <a:pt x="610189" y="133840"/>
                    <a:pt x="702899" y="169400"/>
                  </a:cubicBezTo>
                  <a:cubicBezTo>
                    <a:pt x="801959" y="207500"/>
                    <a:pt x="917529" y="269730"/>
                    <a:pt x="989919" y="330690"/>
                  </a:cubicBezTo>
                  <a:cubicBezTo>
                    <a:pt x="1045799" y="376410"/>
                    <a:pt x="1092789" y="428480"/>
                    <a:pt x="1115649" y="480550"/>
                  </a:cubicBezTo>
                  <a:cubicBezTo>
                    <a:pt x="1135969" y="523730"/>
                    <a:pt x="1138509" y="560560"/>
                    <a:pt x="1135969" y="613900"/>
                  </a:cubicBezTo>
                  <a:cubicBezTo>
                    <a:pt x="1130889" y="695180"/>
                    <a:pt x="1087709" y="851390"/>
                    <a:pt x="1057229" y="918700"/>
                  </a:cubicBezTo>
                  <a:cubicBezTo>
                    <a:pt x="1040719" y="955530"/>
                    <a:pt x="1028019" y="972040"/>
                    <a:pt x="1003889" y="997440"/>
                  </a:cubicBezTo>
                  <a:cubicBezTo>
                    <a:pt x="974679" y="1027920"/>
                    <a:pt x="923879" y="1060940"/>
                    <a:pt x="889589" y="1082530"/>
                  </a:cubicBezTo>
                  <a:cubicBezTo>
                    <a:pt x="862919" y="1097770"/>
                    <a:pt x="843869" y="1106660"/>
                    <a:pt x="817199" y="1115550"/>
                  </a:cubicBezTo>
                  <a:cubicBezTo>
                    <a:pt x="785449" y="1125710"/>
                    <a:pt x="748619" y="1134600"/>
                    <a:pt x="713059" y="1138410"/>
                  </a:cubicBezTo>
                  <a:cubicBezTo>
                    <a:pt x="676229" y="1140950"/>
                    <a:pt x="645749" y="1138410"/>
                    <a:pt x="598759" y="1132060"/>
                  </a:cubicBezTo>
                  <a:cubicBezTo>
                    <a:pt x="525099" y="1121900"/>
                    <a:pt x="393019" y="1104120"/>
                    <a:pt x="314279" y="1072370"/>
                  </a:cubicBezTo>
                  <a:cubicBezTo>
                    <a:pt x="252049" y="1048240"/>
                    <a:pt x="202519" y="1021570"/>
                    <a:pt x="156799" y="978390"/>
                  </a:cubicBezTo>
                  <a:cubicBezTo>
                    <a:pt x="104729" y="931400"/>
                    <a:pt x="50119" y="846310"/>
                    <a:pt x="25989" y="794240"/>
                  </a:cubicBezTo>
                  <a:cubicBezTo>
                    <a:pt x="10749" y="761220"/>
                    <a:pt x="8209" y="742170"/>
                    <a:pt x="4399" y="706610"/>
                  </a:cubicBezTo>
                  <a:cubicBezTo>
                    <a:pt x="-3221" y="650730"/>
                    <a:pt x="589" y="559290"/>
                    <a:pt x="4399" y="488170"/>
                  </a:cubicBezTo>
                  <a:cubicBezTo>
                    <a:pt x="9479" y="418320"/>
                    <a:pt x="3129" y="344660"/>
                    <a:pt x="28529" y="281160"/>
                  </a:cubicBezTo>
                  <a:cubicBezTo>
                    <a:pt x="56469" y="212580"/>
                    <a:pt x="131399" y="131300"/>
                    <a:pt x="173309" y="91930"/>
                  </a:cubicBezTo>
                  <a:cubicBezTo>
                    <a:pt x="199979" y="67800"/>
                    <a:pt x="217759" y="58910"/>
                    <a:pt x="244429" y="44940"/>
                  </a:cubicBezTo>
                  <a:cubicBezTo>
                    <a:pt x="277449" y="28430"/>
                    <a:pt x="329519" y="8110"/>
                    <a:pt x="361269" y="3030"/>
                  </a:cubicBezTo>
                  <a:cubicBezTo>
                    <a:pt x="382859" y="-780"/>
                    <a:pt x="400639" y="-2050"/>
                    <a:pt x="415879" y="5570"/>
                  </a:cubicBezTo>
                  <a:cubicBezTo>
                    <a:pt x="431119" y="11920"/>
                    <a:pt x="447629" y="27160"/>
                    <a:pt x="455249" y="42400"/>
                  </a:cubicBezTo>
                  <a:cubicBezTo>
                    <a:pt x="462869" y="57640"/>
                    <a:pt x="465409" y="80500"/>
                    <a:pt x="459059" y="97010"/>
                  </a:cubicBezTo>
                  <a:cubicBezTo>
                    <a:pt x="452709" y="116060"/>
                    <a:pt x="409529" y="147810"/>
                    <a:pt x="409529" y="1478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922568" y="7435215"/>
            <a:ext cx="541020" cy="726757"/>
            <a:chOff x="0" y="0"/>
            <a:chExt cx="721360" cy="9690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0236" y="48650"/>
              <a:ext cx="620581" cy="869560"/>
            </a:xfrm>
            <a:custGeom>
              <a:avLst/>
              <a:gdLst/>
              <a:ahLst/>
              <a:cxnLst/>
              <a:rect r="r" b="b" t="t" l="l"/>
              <a:pathLst>
                <a:path h="869560" w="620581">
                  <a:moveTo>
                    <a:pt x="396804" y="751450"/>
                  </a:moveTo>
                  <a:cubicBezTo>
                    <a:pt x="453954" y="648580"/>
                    <a:pt x="461574" y="620640"/>
                    <a:pt x="462844" y="591430"/>
                  </a:cubicBezTo>
                  <a:cubicBezTo>
                    <a:pt x="462844" y="555870"/>
                    <a:pt x="456494" y="515230"/>
                    <a:pt x="443794" y="477130"/>
                  </a:cubicBezTo>
                  <a:cubicBezTo>
                    <a:pt x="431094" y="435220"/>
                    <a:pt x="410774" y="392040"/>
                    <a:pt x="382834" y="351400"/>
                  </a:cubicBezTo>
                  <a:cubicBezTo>
                    <a:pt x="352354" y="305680"/>
                    <a:pt x="304094" y="248530"/>
                    <a:pt x="265994" y="218050"/>
                  </a:cubicBezTo>
                  <a:cubicBezTo>
                    <a:pt x="239324" y="195190"/>
                    <a:pt x="219004" y="181220"/>
                    <a:pt x="188524" y="172330"/>
                  </a:cubicBezTo>
                  <a:cubicBezTo>
                    <a:pt x="150424" y="159630"/>
                    <a:pt x="84384" y="173600"/>
                    <a:pt x="53904" y="160900"/>
                  </a:cubicBezTo>
                  <a:cubicBezTo>
                    <a:pt x="34854" y="153280"/>
                    <a:pt x="22154" y="141850"/>
                    <a:pt x="13264" y="127880"/>
                  </a:cubicBezTo>
                  <a:cubicBezTo>
                    <a:pt x="4374" y="113910"/>
                    <a:pt x="-1976" y="94860"/>
                    <a:pt x="564" y="78350"/>
                  </a:cubicBezTo>
                  <a:cubicBezTo>
                    <a:pt x="4374" y="56760"/>
                    <a:pt x="24694" y="25010"/>
                    <a:pt x="42474" y="13580"/>
                  </a:cubicBezTo>
                  <a:cubicBezTo>
                    <a:pt x="56444" y="3420"/>
                    <a:pt x="76764" y="880"/>
                    <a:pt x="93274" y="3420"/>
                  </a:cubicBezTo>
                  <a:cubicBezTo>
                    <a:pt x="109784" y="5960"/>
                    <a:pt x="127564" y="14850"/>
                    <a:pt x="140264" y="26280"/>
                  </a:cubicBezTo>
                  <a:cubicBezTo>
                    <a:pt x="151694" y="37710"/>
                    <a:pt x="160584" y="56760"/>
                    <a:pt x="163124" y="73270"/>
                  </a:cubicBezTo>
                  <a:cubicBezTo>
                    <a:pt x="165664" y="89780"/>
                    <a:pt x="163124" y="110100"/>
                    <a:pt x="152964" y="124070"/>
                  </a:cubicBezTo>
                  <a:cubicBezTo>
                    <a:pt x="141534" y="141850"/>
                    <a:pt x="109784" y="162170"/>
                    <a:pt x="89464" y="165980"/>
                  </a:cubicBezTo>
                  <a:cubicBezTo>
                    <a:pt x="71684" y="168520"/>
                    <a:pt x="52634" y="162170"/>
                    <a:pt x="38664" y="153280"/>
                  </a:cubicBezTo>
                  <a:cubicBezTo>
                    <a:pt x="24694" y="144390"/>
                    <a:pt x="10724" y="129150"/>
                    <a:pt x="5644" y="112640"/>
                  </a:cubicBezTo>
                  <a:cubicBezTo>
                    <a:pt x="564" y="92320"/>
                    <a:pt x="3104" y="55490"/>
                    <a:pt x="15804" y="36440"/>
                  </a:cubicBezTo>
                  <a:cubicBezTo>
                    <a:pt x="28504" y="18660"/>
                    <a:pt x="57714" y="8500"/>
                    <a:pt x="84384" y="2150"/>
                  </a:cubicBezTo>
                  <a:cubicBezTo>
                    <a:pt x="118674" y="-4200"/>
                    <a:pt x="172014" y="4690"/>
                    <a:pt x="208844" y="13580"/>
                  </a:cubicBezTo>
                  <a:cubicBezTo>
                    <a:pt x="241864" y="21200"/>
                    <a:pt x="271074" y="32630"/>
                    <a:pt x="299014" y="47870"/>
                  </a:cubicBezTo>
                  <a:cubicBezTo>
                    <a:pt x="328224" y="64380"/>
                    <a:pt x="356164" y="87240"/>
                    <a:pt x="381564" y="110100"/>
                  </a:cubicBezTo>
                  <a:cubicBezTo>
                    <a:pt x="406964" y="134230"/>
                    <a:pt x="427284" y="159630"/>
                    <a:pt x="455224" y="192650"/>
                  </a:cubicBezTo>
                  <a:cubicBezTo>
                    <a:pt x="492054" y="237100"/>
                    <a:pt x="550474" y="295520"/>
                    <a:pt x="578414" y="359020"/>
                  </a:cubicBezTo>
                  <a:cubicBezTo>
                    <a:pt x="606354" y="425060"/>
                    <a:pt x="622864" y="511420"/>
                    <a:pt x="620324" y="580000"/>
                  </a:cubicBezTo>
                  <a:cubicBezTo>
                    <a:pt x="619054" y="642230"/>
                    <a:pt x="596194" y="705730"/>
                    <a:pt x="577144" y="752720"/>
                  </a:cubicBezTo>
                  <a:cubicBezTo>
                    <a:pt x="560634" y="790820"/>
                    <a:pt x="540314" y="827650"/>
                    <a:pt x="518724" y="846700"/>
                  </a:cubicBezTo>
                  <a:cubicBezTo>
                    <a:pt x="503484" y="860670"/>
                    <a:pt x="485704" y="869560"/>
                    <a:pt x="467924" y="869560"/>
                  </a:cubicBezTo>
                  <a:cubicBezTo>
                    <a:pt x="447604" y="869560"/>
                    <a:pt x="415854" y="855590"/>
                    <a:pt x="401884" y="840350"/>
                  </a:cubicBezTo>
                  <a:cubicBezTo>
                    <a:pt x="390454" y="827650"/>
                    <a:pt x="385374" y="803520"/>
                    <a:pt x="385374" y="788280"/>
                  </a:cubicBezTo>
                  <a:cubicBezTo>
                    <a:pt x="385374" y="774310"/>
                    <a:pt x="396804" y="751450"/>
                    <a:pt x="396804" y="7514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782550" y="7174230"/>
            <a:ext cx="394335" cy="601028"/>
            <a:chOff x="0" y="0"/>
            <a:chExt cx="525780" cy="8013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0518" y="48755"/>
              <a:ext cx="427366" cy="706114"/>
            </a:xfrm>
            <a:custGeom>
              <a:avLst/>
              <a:gdLst/>
              <a:ahLst/>
              <a:cxnLst/>
              <a:rect r="r" b="b" t="t" l="l"/>
              <a:pathLst>
                <a:path h="706114" w="427366">
                  <a:moveTo>
                    <a:pt x="385092" y="148095"/>
                  </a:moveTo>
                  <a:cubicBezTo>
                    <a:pt x="123472" y="317005"/>
                    <a:pt x="217452" y="361455"/>
                    <a:pt x="260632" y="410985"/>
                  </a:cubicBezTo>
                  <a:cubicBezTo>
                    <a:pt x="307622" y="465595"/>
                    <a:pt x="383822" y="548145"/>
                    <a:pt x="400332" y="592595"/>
                  </a:cubicBezTo>
                  <a:cubicBezTo>
                    <a:pt x="407952" y="612915"/>
                    <a:pt x="409222" y="628155"/>
                    <a:pt x="402872" y="644665"/>
                  </a:cubicBezTo>
                  <a:cubicBezTo>
                    <a:pt x="395252" y="664985"/>
                    <a:pt x="368582" y="692925"/>
                    <a:pt x="349532" y="701815"/>
                  </a:cubicBezTo>
                  <a:cubicBezTo>
                    <a:pt x="333022" y="708165"/>
                    <a:pt x="312702" y="706895"/>
                    <a:pt x="296192" y="701815"/>
                  </a:cubicBezTo>
                  <a:cubicBezTo>
                    <a:pt x="279682" y="695465"/>
                    <a:pt x="263172" y="682765"/>
                    <a:pt x="254282" y="668795"/>
                  </a:cubicBezTo>
                  <a:cubicBezTo>
                    <a:pt x="244122" y="654825"/>
                    <a:pt x="237772" y="635775"/>
                    <a:pt x="240312" y="617995"/>
                  </a:cubicBezTo>
                  <a:cubicBezTo>
                    <a:pt x="242852" y="596405"/>
                    <a:pt x="260632" y="563385"/>
                    <a:pt x="280952" y="551955"/>
                  </a:cubicBezTo>
                  <a:cubicBezTo>
                    <a:pt x="300002" y="539255"/>
                    <a:pt x="338102" y="539255"/>
                    <a:pt x="358422" y="546875"/>
                  </a:cubicBezTo>
                  <a:cubicBezTo>
                    <a:pt x="374932" y="553225"/>
                    <a:pt x="390172" y="567195"/>
                    <a:pt x="396522" y="583705"/>
                  </a:cubicBezTo>
                  <a:cubicBezTo>
                    <a:pt x="405412" y="604025"/>
                    <a:pt x="405412" y="642125"/>
                    <a:pt x="396522" y="662445"/>
                  </a:cubicBezTo>
                  <a:cubicBezTo>
                    <a:pt x="388902" y="677685"/>
                    <a:pt x="374932" y="691655"/>
                    <a:pt x="357152" y="698005"/>
                  </a:cubicBezTo>
                  <a:cubicBezTo>
                    <a:pt x="336832" y="705625"/>
                    <a:pt x="303812" y="704355"/>
                    <a:pt x="279682" y="694195"/>
                  </a:cubicBezTo>
                  <a:cubicBezTo>
                    <a:pt x="253012" y="682765"/>
                    <a:pt x="227612" y="651015"/>
                    <a:pt x="207292" y="625615"/>
                  </a:cubicBezTo>
                  <a:cubicBezTo>
                    <a:pt x="186972" y="601485"/>
                    <a:pt x="180622" y="574815"/>
                    <a:pt x="159032" y="543065"/>
                  </a:cubicBezTo>
                  <a:cubicBezTo>
                    <a:pt x="124742" y="494805"/>
                    <a:pt x="42192" y="426225"/>
                    <a:pt x="18062" y="374155"/>
                  </a:cubicBezTo>
                  <a:cubicBezTo>
                    <a:pt x="1552" y="337325"/>
                    <a:pt x="-988" y="303035"/>
                    <a:pt x="282" y="270015"/>
                  </a:cubicBezTo>
                  <a:cubicBezTo>
                    <a:pt x="1552" y="240805"/>
                    <a:pt x="282" y="214135"/>
                    <a:pt x="20602" y="186195"/>
                  </a:cubicBezTo>
                  <a:cubicBezTo>
                    <a:pt x="65052" y="127775"/>
                    <a:pt x="270792" y="14745"/>
                    <a:pt x="333022" y="2045"/>
                  </a:cubicBezTo>
                  <a:cubicBezTo>
                    <a:pt x="357152" y="-3035"/>
                    <a:pt x="372392" y="2045"/>
                    <a:pt x="387632" y="9665"/>
                  </a:cubicBezTo>
                  <a:cubicBezTo>
                    <a:pt x="402872" y="18555"/>
                    <a:pt x="418112" y="36335"/>
                    <a:pt x="423192" y="51575"/>
                  </a:cubicBezTo>
                  <a:cubicBezTo>
                    <a:pt x="429542" y="68085"/>
                    <a:pt x="428272" y="90945"/>
                    <a:pt x="421922" y="107455"/>
                  </a:cubicBezTo>
                  <a:cubicBezTo>
                    <a:pt x="415572" y="122695"/>
                    <a:pt x="385092" y="148095"/>
                    <a:pt x="385092" y="148095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4833078" y="7906593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4833078" y="7906593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601390" y="9015465"/>
            <a:ext cx="663928" cy="645934"/>
            <a:chOff x="0" y="0"/>
            <a:chExt cx="923225" cy="898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1459866" y="8559068"/>
            <a:ext cx="325535" cy="5638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0" id="60"/>
          <p:cNvGrpSpPr/>
          <p:nvPr/>
        </p:nvGrpSpPr>
        <p:grpSpPr>
          <a:xfrm rot="0">
            <a:off x="11772900" y="276225"/>
            <a:ext cx="1025843" cy="686752"/>
            <a:chOff x="0" y="0"/>
            <a:chExt cx="1367790" cy="9156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016" y="49472"/>
              <a:ext cx="1265900" cy="814128"/>
            </a:xfrm>
            <a:custGeom>
              <a:avLst/>
              <a:gdLst/>
              <a:ahLst/>
              <a:cxnLst/>
              <a:rect r="r" b="b" t="t" l="l"/>
              <a:pathLst>
                <a:path h="814128" w="1265900">
                  <a:moveTo>
                    <a:pt x="49044" y="679508"/>
                  </a:moveTo>
                  <a:cubicBezTo>
                    <a:pt x="306854" y="602038"/>
                    <a:pt x="365274" y="585528"/>
                    <a:pt x="456714" y="533458"/>
                  </a:cubicBezTo>
                  <a:cubicBezTo>
                    <a:pt x="633244" y="433128"/>
                    <a:pt x="1085364" y="35618"/>
                    <a:pt x="1180614" y="3868"/>
                  </a:cubicBezTo>
                  <a:cubicBezTo>
                    <a:pt x="1200934" y="-2482"/>
                    <a:pt x="1209824" y="58"/>
                    <a:pt x="1222524" y="3868"/>
                  </a:cubicBezTo>
                  <a:cubicBezTo>
                    <a:pt x="1233954" y="7678"/>
                    <a:pt x="1247924" y="17838"/>
                    <a:pt x="1255544" y="29268"/>
                  </a:cubicBezTo>
                  <a:cubicBezTo>
                    <a:pt x="1261894" y="39428"/>
                    <a:pt x="1266974" y="55938"/>
                    <a:pt x="1265704" y="68638"/>
                  </a:cubicBezTo>
                  <a:cubicBezTo>
                    <a:pt x="1265704" y="81338"/>
                    <a:pt x="1259354" y="97848"/>
                    <a:pt x="1250464" y="106738"/>
                  </a:cubicBezTo>
                  <a:cubicBezTo>
                    <a:pt x="1242844" y="116898"/>
                    <a:pt x="1228874" y="127058"/>
                    <a:pt x="1214904" y="128328"/>
                  </a:cubicBezTo>
                  <a:cubicBezTo>
                    <a:pt x="1198394" y="130868"/>
                    <a:pt x="1169184" y="124518"/>
                    <a:pt x="1156484" y="113088"/>
                  </a:cubicBezTo>
                  <a:cubicBezTo>
                    <a:pt x="1143784" y="100388"/>
                    <a:pt x="1136164" y="71178"/>
                    <a:pt x="1137434" y="54668"/>
                  </a:cubicBezTo>
                  <a:cubicBezTo>
                    <a:pt x="1138704" y="40698"/>
                    <a:pt x="1147594" y="26728"/>
                    <a:pt x="1156484" y="17838"/>
                  </a:cubicBezTo>
                  <a:cubicBezTo>
                    <a:pt x="1166644" y="8948"/>
                    <a:pt x="1180614" y="1328"/>
                    <a:pt x="1194584" y="1328"/>
                  </a:cubicBezTo>
                  <a:cubicBezTo>
                    <a:pt x="1211094" y="58"/>
                    <a:pt x="1239034" y="11488"/>
                    <a:pt x="1250464" y="22918"/>
                  </a:cubicBezTo>
                  <a:cubicBezTo>
                    <a:pt x="1260624" y="33078"/>
                    <a:pt x="1266974" y="48318"/>
                    <a:pt x="1265704" y="62288"/>
                  </a:cubicBezTo>
                  <a:cubicBezTo>
                    <a:pt x="1265704" y="78798"/>
                    <a:pt x="1260624" y="92768"/>
                    <a:pt x="1240304" y="116898"/>
                  </a:cubicBezTo>
                  <a:cubicBezTo>
                    <a:pt x="1164104" y="209608"/>
                    <a:pt x="687854" y="544888"/>
                    <a:pt x="507514" y="649028"/>
                  </a:cubicBezTo>
                  <a:cubicBezTo>
                    <a:pt x="410994" y="703638"/>
                    <a:pt x="348764" y="723958"/>
                    <a:pt x="272564" y="751898"/>
                  </a:cubicBezTo>
                  <a:cubicBezTo>
                    <a:pt x="203984" y="777298"/>
                    <a:pt x="115084" y="814128"/>
                    <a:pt x="71904" y="814128"/>
                  </a:cubicBezTo>
                  <a:cubicBezTo>
                    <a:pt x="50314" y="814128"/>
                    <a:pt x="37614" y="807778"/>
                    <a:pt x="24914" y="798888"/>
                  </a:cubicBezTo>
                  <a:cubicBezTo>
                    <a:pt x="13484" y="788728"/>
                    <a:pt x="3324" y="772218"/>
                    <a:pt x="784" y="756978"/>
                  </a:cubicBezTo>
                  <a:cubicBezTo>
                    <a:pt x="-1756" y="741738"/>
                    <a:pt x="2054" y="722688"/>
                    <a:pt x="9674" y="708718"/>
                  </a:cubicBezTo>
                  <a:cubicBezTo>
                    <a:pt x="17294" y="696018"/>
                    <a:pt x="49044" y="679508"/>
                    <a:pt x="49044" y="6795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4833078" y="7906593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601390" y="9015465"/>
            <a:ext cx="663928" cy="645934"/>
            <a:chOff x="0" y="0"/>
            <a:chExt cx="923225" cy="898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1459866" y="8559068"/>
            <a:ext cx="325535" cy="5638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0" id="60"/>
          <p:cNvGrpSpPr/>
          <p:nvPr/>
        </p:nvGrpSpPr>
        <p:grpSpPr>
          <a:xfrm rot="0">
            <a:off x="11772900" y="276225"/>
            <a:ext cx="1025843" cy="686752"/>
            <a:chOff x="0" y="0"/>
            <a:chExt cx="1367790" cy="9156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016" y="49472"/>
              <a:ext cx="1265900" cy="814128"/>
            </a:xfrm>
            <a:custGeom>
              <a:avLst/>
              <a:gdLst/>
              <a:ahLst/>
              <a:cxnLst/>
              <a:rect r="r" b="b" t="t" l="l"/>
              <a:pathLst>
                <a:path h="814128" w="1265900">
                  <a:moveTo>
                    <a:pt x="49044" y="679508"/>
                  </a:moveTo>
                  <a:cubicBezTo>
                    <a:pt x="306854" y="602038"/>
                    <a:pt x="365274" y="585528"/>
                    <a:pt x="456714" y="533458"/>
                  </a:cubicBezTo>
                  <a:cubicBezTo>
                    <a:pt x="633244" y="433128"/>
                    <a:pt x="1085364" y="35618"/>
                    <a:pt x="1180614" y="3868"/>
                  </a:cubicBezTo>
                  <a:cubicBezTo>
                    <a:pt x="1200934" y="-2482"/>
                    <a:pt x="1209824" y="58"/>
                    <a:pt x="1222524" y="3868"/>
                  </a:cubicBezTo>
                  <a:cubicBezTo>
                    <a:pt x="1233954" y="7678"/>
                    <a:pt x="1247924" y="17838"/>
                    <a:pt x="1255544" y="29268"/>
                  </a:cubicBezTo>
                  <a:cubicBezTo>
                    <a:pt x="1261894" y="39428"/>
                    <a:pt x="1266974" y="55938"/>
                    <a:pt x="1265704" y="68638"/>
                  </a:cubicBezTo>
                  <a:cubicBezTo>
                    <a:pt x="1265704" y="81338"/>
                    <a:pt x="1259354" y="97848"/>
                    <a:pt x="1250464" y="106738"/>
                  </a:cubicBezTo>
                  <a:cubicBezTo>
                    <a:pt x="1242844" y="116898"/>
                    <a:pt x="1228874" y="127058"/>
                    <a:pt x="1214904" y="128328"/>
                  </a:cubicBezTo>
                  <a:cubicBezTo>
                    <a:pt x="1198394" y="130868"/>
                    <a:pt x="1169184" y="124518"/>
                    <a:pt x="1156484" y="113088"/>
                  </a:cubicBezTo>
                  <a:cubicBezTo>
                    <a:pt x="1143784" y="100388"/>
                    <a:pt x="1136164" y="71178"/>
                    <a:pt x="1137434" y="54668"/>
                  </a:cubicBezTo>
                  <a:cubicBezTo>
                    <a:pt x="1138704" y="40698"/>
                    <a:pt x="1147594" y="26728"/>
                    <a:pt x="1156484" y="17838"/>
                  </a:cubicBezTo>
                  <a:cubicBezTo>
                    <a:pt x="1166644" y="8948"/>
                    <a:pt x="1180614" y="1328"/>
                    <a:pt x="1194584" y="1328"/>
                  </a:cubicBezTo>
                  <a:cubicBezTo>
                    <a:pt x="1211094" y="58"/>
                    <a:pt x="1239034" y="11488"/>
                    <a:pt x="1250464" y="22918"/>
                  </a:cubicBezTo>
                  <a:cubicBezTo>
                    <a:pt x="1260624" y="33078"/>
                    <a:pt x="1266974" y="48318"/>
                    <a:pt x="1265704" y="62288"/>
                  </a:cubicBezTo>
                  <a:cubicBezTo>
                    <a:pt x="1265704" y="78798"/>
                    <a:pt x="1260624" y="92768"/>
                    <a:pt x="1240304" y="116898"/>
                  </a:cubicBezTo>
                  <a:cubicBezTo>
                    <a:pt x="1164104" y="209608"/>
                    <a:pt x="687854" y="544888"/>
                    <a:pt x="507514" y="649028"/>
                  </a:cubicBezTo>
                  <a:cubicBezTo>
                    <a:pt x="410994" y="703638"/>
                    <a:pt x="348764" y="723958"/>
                    <a:pt x="272564" y="751898"/>
                  </a:cubicBezTo>
                  <a:cubicBezTo>
                    <a:pt x="203984" y="777298"/>
                    <a:pt x="115084" y="814128"/>
                    <a:pt x="71904" y="814128"/>
                  </a:cubicBezTo>
                  <a:cubicBezTo>
                    <a:pt x="50314" y="814128"/>
                    <a:pt x="37614" y="807778"/>
                    <a:pt x="24914" y="798888"/>
                  </a:cubicBezTo>
                  <a:cubicBezTo>
                    <a:pt x="13484" y="788728"/>
                    <a:pt x="3324" y="772218"/>
                    <a:pt x="784" y="756978"/>
                  </a:cubicBezTo>
                  <a:cubicBezTo>
                    <a:pt x="-1756" y="741738"/>
                    <a:pt x="2054" y="722688"/>
                    <a:pt x="9674" y="708718"/>
                  </a:cubicBezTo>
                  <a:cubicBezTo>
                    <a:pt x="17294" y="696018"/>
                    <a:pt x="49044" y="679508"/>
                    <a:pt x="49044" y="6795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68521" y="2489284"/>
            <a:ext cx="663928" cy="645934"/>
            <a:chOff x="0" y="0"/>
            <a:chExt cx="923225" cy="898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29185" y="231458"/>
            <a:ext cx="972502" cy="748665"/>
            <a:chOff x="0" y="0"/>
            <a:chExt cx="1296670" cy="9982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6990" y="47274"/>
              <a:ext cx="1198922" cy="903491"/>
            </a:xfrm>
            <a:custGeom>
              <a:avLst/>
              <a:gdLst/>
              <a:ahLst/>
              <a:cxnLst/>
              <a:rect r="r" b="b" t="t" l="l"/>
              <a:pathLst>
                <a:path h="903491" w="1198922">
                  <a:moveTo>
                    <a:pt x="36830" y="779496"/>
                  </a:moveTo>
                  <a:cubicBezTo>
                    <a:pt x="633730" y="432786"/>
                    <a:pt x="811530" y="318486"/>
                    <a:pt x="910590" y="234666"/>
                  </a:cubicBezTo>
                  <a:cubicBezTo>
                    <a:pt x="972820" y="182596"/>
                    <a:pt x="1019810" y="133066"/>
                    <a:pt x="1047750" y="93696"/>
                  </a:cubicBezTo>
                  <a:cubicBezTo>
                    <a:pt x="1064260" y="69566"/>
                    <a:pt x="1066800" y="46706"/>
                    <a:pt x="1079500" y="30196"/>
                  </a:cubicBezTo>
                  <a:cubicBezTo>
                    <a:pt x="1088390" y="18766"/>
                    <a:pt x="1097280" y="8606"/>
                    <a:pt x="1109980" y="3526"/>
                  </a:cubicBezTo>
                  <a:cubicBezTo>
                    <a:pt x="1125220" y="-1554"/>
                    <a:pt x="1154430" y="986"/>
                    <a:pt x="1169670" y="8606"/>
                  </a:cubicBezTo>
                  <a:cubicBezTo>
                    <a:pt x="1181100" y="14956"/>
                    <a:pt x="1189990" y="28926"/>
                    <a:pt x="1195070" y="40356"/>
                  </a:cubicBezTo>
                  <a:cubicBezTo>
                    <a:pt x="1198880" y="53056"/>
                    <a:pt x="1200150" y="69566"/>
                    <a:pt x="1196340" y="80996"/>
                  </a:cubicBezTo>
                  <a:cubicBezTo>
                    <a:pt x="1192530" y="93696"/>
                    <a:pt x="1182370" y="107666"/>
                    <a:pt x="1172210" y="114016"/>
                  </a:cubicBezTo>
                  <a:cubicBezTo>
                    <a:pt x="1160780" y="121636"/>
                    <a:pt x="1146810" y="127986"/>
                    <a:pt x="1132840" y="126716"/>
                  </a:cubicBezTo>
                  <a:cubicBezTo>
                    <a:pt x="1116330" y="124176"/>
                    <a:pt x="1090930" y="110206"/>
                    <a:pt x="1080770" y="96236"/>
                  </a:cubicBezTo>
                  <a:cubicBezTo>
                    <a:pt x="1073150" y="86076"/>
                    <a:pt x="1069340" y="70836"/>
                    <a:pt x="1071880" y="56866"/>
                  </a:cubicBezTo>
                  <a:cubicBezTo>
                    <a:pt x="1074420" y="40356"/>
                    <a:pt x="1088390" y="14956"/>
                    <a:pt x="1103630" y="7336"/>
                  </a:cubicBezTo>
                  <a:cubicBezTo>
                    <a:pt x="1118870" y="-1554"/>
                    <a:pt x="1148080" y="-2824"/>
                    <a:pt x="1163320" y="6066"/>
                  </a:cubicBezTo>
                  <a:cubicBezTo>
                    <a:pt x="1179830" y="13686"/>
                    <a:pt x="1195070" y="37816"/>
                    <a:pt x="1197610" y="54326"/>
                  </a:cubicBezTo>
                  <a:cubicBezTo>
                    <a:pt x="1201420" y="67026"/>
                    <a:pt x="1196340" y="78456"/>
                    <a:pt x="1189990" y="93696"/>
                  </a:cubicBezTo>
                  <a:cubicBezTo>
                    <a:pt x="1181100" y="117826"/>
                    <a:pt x="1162050" y="149576"/>
                    <a:pt x="1136650" y="181326"/>
                  </a:cubicBezTo>
                  <a:cubicBezTo>
                    <a:pt x="1098550" y="227046"/>
                    <a:pt x="1036320" y="282926"/>
                    <a:pt x="974090" y="333726"/>
                  </a:cubicBezTo>
                  <a:cubicBezTo>
                    <a:pt x="901700" y="394686"/>
                    <a:pt x="821690" y="450566"/>
                    <a:pt x="720090" y="517876"/>
                  </a:cubicBezTo>
                  <a:cubicBezTo>
                    <a:pt x="580390" y="613126"/>
                    <a:pt x="317500" y="780766"/>
                    <a:pt x="208280" y="842996"/>
                  </a:cubicBezTo>
                  <a:cubicBezTo>
                    <a:pt x="157480" y="870936"/>
                    <a:pt x="129540" y="892526"/>
                    <a:pt x="96520" y="898876"/>
                  </a:cubicBezTo>
                  <a:cubicBezTo>
                    <a:pt x="73660" y="905226"/>
                    <a:pt x="49530" y="905226"/>
                    <a:pt x="34290" y="897606"/>
                  </a:cubicBezTo>
                  <a:cubicBezTo>
                    <a:pt x="20320" y="891256"/>
                    <a:pt x="8890" y="876016"/>
                    <a:pt x="3810" y="862046"/>
                  </a:cubicBezTo>
                  <a:cubicBezTo>
                    <a:pt x="-1270" y="848076"/>
                    <a:pt x="-1270" y="827756"/>
                    <a:pt x="3810" y="815056"/>
                  </a:cubicBezTo>
                  <a:cubicBezTo>
                    <a:pt x="10160" y="801086"/>
                    <a:pt x="36830" y="779496"/>
                    <a:pt x="36830" y="77949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4833078" y="7906593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601390" y="9015465"/>
            <a:ext cx="663928" cy="645934"/>
            <a:chOff x="0" y="0"/>
            <a:chExt cx="923225" cy="898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1459866" y="8559068"/>
            <a:ext cx="325535" cy="5638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0" id="60"/>
          <p:cNvGrpSpPr/>
          <p:nvPr/>
        </p:nvGrpSpPr>
        <p:grpSpPr>
          <a:xfrm rot="0">
            <a:off x="11772900" y="276225"/>
            <a:ext cx="1025843" cy="686752"/>
            <a:chOff x="0" y="0"/>
            <a:chExt cx="1367790" cy="9156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016" y="49472"/>
              <a:ext cx="1265900" cy="814128"/>
            </a:xfrm>
            <a:custGeom>
              <a:avLst/>
              <a:gdLst/>
              <a:ahLst/>
              <a:cxnLst/>
              <a:rect r="r" b="b" t="t" l="l"/>
              <a:pathLst>
                <a:path h="814128" w="1265900">
                  <a:moveTo>
                    <a:pt x="49044" y="679508"/>
                  </a:moveTo>
                  <a:cubicBezTo>
                    <a:pt x="306854" y="602038"/>
                    <a:pt x="365274" y="585528"/>
                    <a:pt x="456714" y="533458"/>
                  </a:cubicBezTo>
                  <a:cubicBezTo>
                    <a:pt x="633244" y="433128"/>
                    <a:pt x="1085364" y="35618"/>
                    <a:pt x="1180614" y="3868"/>
                  </a:cubicBezTo>
                  <a:cubicBezTo>
                    <a:pt x="1200934" y="-2482"/>
                    <a:pt x="1209824" y="58"/>
                    <a:pt x="1222524" y="3868"/>
                  </a:cubicBezTo>
                  <a:cubicBezTo>
                    <a:pt x="1233954" y="7678"/>
                    <a:pt x="1247924" y="17838"/>
                    <a:pt x="1255544" y="29268"/>
                  </a:cubicBezTo>
                  <a:cubicBezTo>
                    <a:pt x="1261894" y="39428"/>
                    <a:pt x="1266974" y="55938"/>
                    <a:pt x="1265704" y="68638"/>
                  </a:cubicBezTo>
                  <a:cubicBezTo>
                    <a:pt x="1265704" y="81338"/>
                    <a:pt x="1259354" y="97848"/>
                    <a:pt x="1250464" y="106738"/>
                  </a:cubicBezTo>
                  <a:cubicBezTo>
                    <a:pt x="1242844" y="116898"/>
                    <a:pt x="1228874" y="127058"/>
                    <a:pt x="1214904" y="128328"/>
                  </a:cubicBezTo>
                  <a:cubicBezTo>
                    <a:pt x="1198394" y="130868"/>
                    <a:pt x="1169184" y="124518"/>
                    <a:pt x="1156484" y="113088"/>
                  </a:cubicBezTo>
                  <a:cubicBezTo>
                    <a:pt x="1143784" y="100388"/>
                    <a:pt x="1136164" y="71178"/>
                    <a:pt x="1137434" y="54668"/>
                  </a:cubicBezTo>
                  <a:cubicBezTo>
                    <a:pt x="1138704" y="40698"/>
                    <a:pt x="1147594" y="26728"/>
                    <a:pt x="1156484" y="17838"/>
                  </a:cubicBezTo>
                  <a:cubicBezTo>
                    <a:pt x="1166644" y="8948"/>
                    <a:pt x="1180614" y="1328"/>
                    <a:pt x="1194584" y="1328"/>
                  </a:cubicBezTo>
                  <a:cubicBezTo>
                    <a:pt x="1211094" y="58"/>
                    <a:pt x="1239034" y="11488"/>
                    <a:pt x="1250464" y="22918"/>
                  </a:cubicBezTo>
                  <a:cubicBezTo>
                    <a:pt x="1260624" y="33078"/>
                    <a:pt x="1266974" y="48318"/>
                    <a:pt x="1265704" y="62288"/>
                  </a:cubicBezTo>
                  <a:cubicBezTo>
                    <a:pt x="1265704" y="78798"/>
                    <a:pt x="1260624" y="92768"/>
                    <a:pt x="1240304" y="116898"/>
                  </a:cubicBezTo>
                  <a:cubicBezTo>
                    <a:pt x="1164104" y="209608"/>
                    <a:pt x="687854" y="544888"/>
                    <a:pt x="507514" y="649028"/>
                  </a:cubicBezTo>
                  <a:cubicBezTo>
                    <a:pt x="410994" y="703638"/>
                    <a:pt x="348764" y="723958"/>
                    <a:pt x="272564" y="751898"/>
                  </a:cubicBezTo>
                  <a:cubicBezTo>
                    <a:pt x="203984" y="777298"/>
                    <a:pt x="115084" y="814128"/>
                    <a:pt x="71904" y="814128"/>
                  </a:cubicBezTo>
                  <a:cubicBezTo>
                    <a:pt x="50314" y="814128"/>
                    <a:pt x="37614" y="807778"/>
                    <a:pt x="24914" y="798888"/>
                  </a:cubicBezTo>
                  <a:cubicBezTo>
                    <a:pt x="13484" y="788728"/>
                    <a:pt x="3324" y="772218"/>
                    <a:pt x="784" y="756978"/>
                  </a:cubicBezTo>
                  <a:cubicBezTo>
                    <a:pt x="-1756" y="741738"/>
                    <a:pt x="2054" y="722688"/>
                    <a:pt x="9674" y="708718"/>
                  </a:cubicBezTo>
                  <a:cubicBezTo>
                    <a:pt x="17294" y="696018"/>
                    <a:pt x="49044" y="679508"/>
                    <a:pt x="49044" y="6795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68521" y="2489284"/>
            <a:ext cx="663928" cy="645934"/>
            <a:chOff x="0" y="0"/>
            <a:chExt cx="923225" cy="898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29185" y="231458"/>
            <a:ext cx="972502" cy="748665"/>
            <a:chOff x="0" y="0"/>
            <a:chExt cx="1296670" cy="9982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6990" y="47274"/>
              <a:ext cx="1198922" cy="903491"/>
            </a:xfrm>
            <a:custGeom>
              <a:avLst/>
              <a:gdLst/>
              <a:ahLst/>
              <a:cxnLst/>
              <a:rect r="r" b="b" t="t" l="l"/>
              <a:pathLst>
                <a:path h="903491" w="1198922">
                  <a:moveTo>
                    <a:pt x="36830" y="779496"/>
                  </a:moveTo>
                  <a:cubicBezTo>
                    <a:pt x="633730" y="432786"/>
                    <a:pt x="811530" y="318486"/>
                    <a:pt x="910590" y="234666"/>
                  </a:cubicBezTo>
                  <a:cubicBezTo>
                    <a:pt x="972820" y="182596"/>
                    <a:pt x="1019810" y="133066"/>
                    <a:pt x="1047750" y="93696"/>
                  </a:cubicBezTo>
                  <a:cubicBezTo>
                    <a:pt x="1064260" y="69566"/>
                    <a:pt x="1066800" y="46706"/>
                    <a:pt x="1079500" y="30196"/>
                  </a:cubicBezTo>
                  <a:cubicBezTo>
                    <a:pt x="1088390" y="18766"/>
                    <a:pt x="1097280" y="8606"/>
                    <a:pt x="1109980" y="3526"/>
                  </a:cubicBezTo>
                  <a:cubicBezTo>
                    <a:pt x="1125220" y="-1554"/>
                    <a:pt x="1154430" y="986"/>
                    <a:pt x="1169670" y="8606"/>
                  </a:cubicBezTo>
                  <a:cubicBezTo>
                    <a:pt x="1181100" y="14956"/>
                    <a:pt x="1189990" y="28926"/>
                    <a:pt x="1195070" y="40356"/>
                  </a:cubicBezTo>
                  <a:cubicBezTo>
                    <a:pt x="1198880" y="53056"/>
                    <a:pt x="1200150" y="69566"/>
                    <a:pt x="1196340" y="80996"/>
                  </a:cubicBezTo>
                  <a:cubicBezTo>
                    <a:pt x="1192530" y="93696"/>
                    <a:pt x="1182370" y="107666"/>
                    <a:pt x="1172210" y="114016"/>
                  </a:cubicBezTo>
                  <a:cubicBezTo>
                    <a:pt x="1160780" y="121636"/>
                    <a:pt x="1146810" y="127986"/>
                    <a:pt x="1132840" y="126716"/>
                  </a:cubicBezTo>
                  <a:cubicBezTo>
                    <a:pt x="1116330" y="124176"/>
                    <a:pt x="1090930" y="110206"/>
                    <a:pt x="1080770" y="96236"/>
                  </a:cubicBezTo>
                  <a:cubicBezTo>
                    <a:pt x="1073150" y="86076"/>
                    <a:pt x="1069340" y="70836"/>
                    <a:pt x="1071880" y="56866"/>
                  </a:cubicBezTo>
                  <a:cubicBezTo>
                    <a:pt x="1074420" y="40356"/>
                    <a:pt x="1088390" y="14956"/>
                    <a:pt x="1103630" y="7336"/>
                  </a:cubicBezTo>
                  <a:cubicBezTo>
                    <a:pt x="1118870" y="-1554"/>
                    <a:pt x="1148080" y="-2824"/>
                    <a:pt x="1163320" y="6066"/>
                  </a:cubicBezTo>
                  <a:cubicBezTo>
                    <a:pt x="1179830" y="13686"/>
                    <a:pt x="1195070" y="37816"/>
                    <a:pt x="1197610" y="54326"/>
                  </a:cubicBezTo>
                  <a:cubicBezTo>
                    <a:pt x="1201420" y="67026"/>
                    <a:pt x="1196340" y="78456"/>
                    <a:pt x="1189990" y="93696"/>
                  </a:cubicBezTo>
                  <a:cubicBezTo>
                    <a:pt x="1181100" y="117826"/>
                    <a:pt x="1162050" y="149576"/>
                    <a:pt x="1136650" y="181326"/>
                  </a:cubicBezTo>
                  <a:cubicBezTo>
                    <a:pt x="1098550" y="227046"/>
                    <a:pt x="1036320" y="282926"/>
                    <a:pt x="974090" y="333726"/>
                  </a:cubicBezTo>
                  <a:cubicBezTo>
                    <a:pt x="901700" y="394686"/>
                    <a:pt x="821690" y="450566"/>
                    <a:pt x="720090" y="517876"/>
                  </a:cubicBezTo>
                  <a:cubicBezTo>
                    <a:pt x="580390" y="613126"/>
                    <a:pt x="317500" y="780766"/>
                    <a:pt x="208280" y="842996"/>
                  </a:cubicBezTo>
                  <a:cubicBezTo>
                    <a:pt x="157480" y="870936"/>
                    <a:pt x="129540" y="892526"/>
                    <a:pt x="96520" y="898876"/>
                  </a:cubicBezTo>
                  <a:cubicBezTo>
                    <a:pt x="73660" y="905226"/>
                    <a:pt x="49530" y="905226"/>
                    <a:pt x="34290" y="897606"/>
                  </a:cubicBezTo>
                  <a:cubicBezTo>
                    <a:pt x="20320" y="891256"/>
                    <a:pt x="8890" y="876016"/>
                    <a:pt x="3810" y="862046"/>
                  </a:cubicBezTo>
                  <a:cubicBezTo>
                    <a:pt x="-1270" y="848076"/>
                    <a:pt x="-1270" y="827756"/>
                    <a:pt x="3810" y="815056"/>
                  </a:cubicBezTo>
                  <a:cubicBezTo>
                    <a:pt x="10160" y="801086"/>
                    <a:pt x="36830" y="779496"/>
                    <a:pt x="36830" y="77949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315396" y="3447591"/>
            <a:ext cx="663928" cy="645934"/>
            <a:chOff x="0" y="0"/>
            <a:chExt cx="923225" cy="8982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48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>
            <a:off x="15038665" y="3037222"/>
            <a:ext cx="430180" cy="5941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1" id="71"/>
          <p:cNvGrpSpPr/>
          <p:nvPr/>
        </p:nvGrpSpPr>
        <p:grpSpPr>
          <a:xfrm rot="0">
            <a:off x="13668375" y="156210"/>
            <a:ext cx="698182" cy="810578"/>
            <a:chOff x="0" y="0"/>
            <a:chExt cx="930910" cy="10807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0" y="50606"/>
              <a:ext cx="829310" cy="979600"/>
            </a:xfrm>
            <a:custGeom>
              <a:avLst/>
              <a:gdLst/>
              <a:ahLst/>
              <a:cxnLst/>
              <a:rect r="r" b="b" t="t" l="l"/>
              <a:pathLst>
                <a:path h="979600" w="829310">
                  <a:moveTo>
                    <a:pt x="17780" y="862524"/>
                  </a:moveTo>
                  <a:cubicBezTo>
                    <a:pt x="406400" y="416754"/>
                    <a:pt x="621030" y="95444"/>
                    <a:pt x="703580" y="29404"/>
                  </a:cubicBezTo>
                  <a:cubicBezTo>
                    <a:pt x="728980" y="9084"/>
                    <a:pt x="744220" y="1464"/>
                    <a:pt x="762000" y="194"/>
                  </a:cubicBezTo>
                  <a:cubicBezTo>
                    <a:pt x="777240" y="194"/>
                    <a:pt x="793750" y="6544"/>
                    <a:pt x="803910" y="16704"/>
                  </a:cubicBezTo>
                  <a:cubicBezTo>
                    <a:pt x="817880" y="29404"/>
                    <a:pt x="829310" y="58614"/>
                    <a:pt x="829310" y="77664"/>
                  </a:cubicBezTo>
                  <a:cubicBezTo>
                    <a:pt x="829310" y="91634"/>
                    <a:pt x="820420" y="108144"/>
                    <a:pt x="811530" y="118304"/>
                  </a:cubicBezTo>
                  <a:cubicBezTo>
                    <a:pt x="801370" y="128464"/>
                    <a:pt x="787400" y="138624"/>
                    <a:pt x="772160" y="139894"/>
                  </a:cubicBezTo>
                  <a:cubicBezTo>
                    <a:pt x="754380" y="141164"/>
                    <a:pt x="723900" y="131004"/>
                    <a:pt x="709930" y="119574"/>
                  </a:cubicBezTo>
                  <a:cubicBezTo>
                    <a:pt x="698500" y="109414"/>
                    <a:pt x="692150" y="92904"/>
                    <a:pt x="689610" y="78934"/>
                  </a:cubicBezTo>
                  <a:cubicBezTo>
                    <a:pt x="688340" y="64964"/>
                    <a:pt x="690880" y="47184"/>
                    <a:pt x="698500" y="35754"/>
                  </a:cubicBezTo>
                  <a:cubicBezTo>
                    <a:pt x="709930" y="20514"/>
                    <a:pt x="736600" y="2734"/>
                    <a:pt x="754380" y="194"/>
                  </a:cubicBezTo>
                  <a:cubicBezTo>
                    <a:pt x="769620" y="-1076"/>
                    <a:pt x="786130" y="4004"/>
                    <a:pt x="798830" y="11624"/>
                  </a:cubicBezTo>
                  <a:cubicBezTo>
                    <a:pt x="810260" y="19244"/>
                    <a:pt x="821690" y="33214"/>
                    <a:pt x="825500" y="47184"/>
                  </a:cubicBezTo>
                  <a:cubicBezTo>
                    <a:pt x="830580" y="64964"/>
                    <a:pt x="828040" y="86554"/>
                    <a:pt x="816610" y="111954"/>
                  </a:cubicBezTo>
                  <a:cubicBezTo>
                    <a:pt x="792480" y="161484"/>
                    <a:pt x="702310" y="224984"/>
                    <a:pt x="640080" y="299914"/>
                  </a:cubicBezTo>
                  <a:cubicBezTo>
                    <a:pt x="558800" y="396434"/>
                    <a:pt x="466090" y="538674"/>
                    <a:pt x="377190" y="650434"/>
                  </a:cubicBezTo>
                  <a:cubicBezTo>
                    <a:pt x="293370" y="757114"/>
                    <a:pt x="176530" y="912054"/>
                    <a:pt x="124460" y="955234"/>
                  </a:cubicBezTo>
                  <a:cubicBezTo>
                    <a:pt x="105410" y="970474"/>
                    <a:pt x="95250" y="976824"/>
                    <a:pt x="80010" y="979364"/>
                  </a:cubicBezTo>
                  <a:cubicBezTo>
                    <a:pt x="64770" y="980634"/>
                    <a:pt x="44450" y="976824"/>
                    <a:pt x="31750" y="966664"/>
                  </a:cubicBezTo>
                  <a:cubicBezTo>
                    <a:pt x="16510" y="956504"/>
                    <a:pt x="1270" y="928564"/>
                    <a:pt x="0" y="909514"/>
                  </a:cubicBezTo>
                  <a:cubicBezTo>
                    <a:pt x="0" y="893004"/>
                    <a:pt x="17780" y="862524"/>
                    <a:pt x="17780" y="86252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4833078" y="7906593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440936" y="9014217"/>
            <a:ext cx="663928" cy="645934"/>
            <a:chOff x="0" y="0"/>
            <a:chExt cx="923225" cy="898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1459866" y="8559068"/>
            <a:ext cx="130265" cy="5084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0" id="60"/>
          <p:cNvGrpSpPr/>
          <p:nvPr/>
        </p:nvGrpSpPr>
        <p:grpSpPr>
          <a:xfrm rot="0">
            <a:off x="11772900" y="276225"/>
            <a:ext cx="1025843" cy="686752"/>
            <a:chOff x="0" y="0"/>
            <a:chExt cx="1367790" cy="9156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016" y="49472"/>
              <a:ext cx="1265900" cy="814128"/>
            </a:xfrm>
            <a:custGeom>
              <a:avLst/>
              <a:gdLst/>
              <a:ahLst/>
              <a:cxnLst/>
              <a:rect r="r" b="b" t="t" l="l"/>
              <a:pathLst>
                <a:path h="814128" w="1265900">
                  <a:moveTo>
                    <a:pt x="49044" y="679508"/>
                  </a:moveTo>
                  <a:cubicBezTo>
                    <a:pt x="306854" y="602038"/>
                    <a:pt x="365274" y="585528"/>
                    <a:pt x="456714" y="533458"/>
                  </a:cubicBezTo>
                  <a:cubicBezTo>
                    <a:pt x="633244" y="433128"/>
                    <a:pt x="1085364" y="35618"/>
                    <a:pt x="1180614" y="3868"/>
                  </a:cubicBezTo>
                  <a:cubicBezTo>
                    <a:pt x="1200934" y="-2482"/>
                    <a:pt x="1209824" y="58"/>
                    <a:pt x="1222524" y="3868"/>
                  </a:cubicBezTo>
                  <a:cubicBezTo>
                    <a:pt x="1233954" y="7678"/>
                    <a:pt x="1247924" y="17838"/>
                    <a:pt x="1255544" y="29268"/>
                  </a:cubicBezTo>
                  <a:cubicBezTo>
                    <a:pt x="1261894" y="39428"/>
                    <a:pt x="1266974" y="55938"/>
                    <a:pt x="1265704" y="68638"/>
                  </a:cubicBezTo>
                  <a:cubicBezTo>
                    <a:pt x="1265704" y="81338"/>
                    <a:pt x="1259354" y="97848"/>
                    <a:pt x="1250464" y="106738"/>
                  </a:cubicBezTo>
                  <a:cubicBezTo>
                    <a:pt x="1242844" y="116898"/>
                    <a:pt x="1228874" y="127058"/>
                    <a:pt x="1214904" y="128328"/>
                  </a:cubicBezTo>
                  <a:cubicBezTo>
                    <a:pt x="1198394" y="130868"/>
                    <a:pt x="1169184" y="124518"/>
                    <a:pt x="1156484" y="113088"/>
                  </a:cubicBezTo>
                  <a:cubicBezTo>
                    <a:pt x="1143784" y="100388"/>
                    <a:pt x="1136164" y="71178"/>
                    <a:pt x="1137434" y="54668"/>
                  </a:cubicBezTo>
                  <a:cubicBezTo>
                    <a:pt x="1138704" y="40698"/>
                    <a:pt x="1147594" y="26728"/>
                    <a:pt x="1156484" y="17838"/>
                  </a:cubicBezTo>
                  <a:cubicBezTo>
                    <a:pt x="1166644" y="8948"/>
                    <a:pt x="1180614" y="1328"/>
                    <a:pt x="1194584" y="1328"/>
                  </a:cubicBezTo>
                  <a:cubicBezTo>
                    <a:pt x="1211094" y="58"/>
                    <a:pt x="1239034" y="11488"/>
                    <a:pt x="1250464" y="22918"/>
                  </a:cubicBezTo>
                  <a:cubicBezTo>
                    <a:pt x="1260624" y="33078"/>
                    <a:pt x="1266974" y="48318"/>
                    <a:pt x="1265704" y="62288"/>
                  </a:cubicBezTo>
                  <a:cubicBezTo>
                    <a:pt x="1265704" y="78798"/>
                    <a:pt x="1260624" y="92768"/>
                    <a:pt x="1240304" y="116898"/>
                  </a:cubicBezTo>
                  <a:cubicBezTo>
                    <a:pt x="1164104" y="209608"/>
                    <a:pt x="687854" y="544888"/>
                    <a:pt x="507514" y="649028"/>
                  </a:cubicBezTo>
                  <a:cubicBezTo>
                    <a:pt x="410994" y="703638"/>
                    <a:pt x="348764" y="723958"/>
                    <a:pt x="272564" y="751898"/>
                  </a:cubicBezTo>
                  <a:cubicBezTo>
                    <a:pt x="203984" y="777298"/>
                    <a:pt x="115084" y="814128"/>
                    <a:pt x="71904" y="814128"/>
                  </a:cubicBezTo>
                  <a:cubicBezTo>
                    <a:pt x="50314" y="814128"/>
                    <a:pt x="37614" y="807778"/>
                    <a:pt x="24914" y="798888"/>
                  </a:cubicBezTo>
                  <a:cubicBezTo>
                    <a:pt x="13484" y="788728"/>
                    <a:pt x="3324" y="772218"/>
                    <a:pt x="784" y="756978"/>
                  </a:cubicBezTo>
                  <a:cubicBezTo>
                    <a:pt x="-1756" y="741738"/>
                    <a:pt x="2054" y="722688"/>
                    <a:pt x="9674" y="708718"/>
                  </a:cubicBezTo>
                  <a:cubicBezTo>
                    <a:pt x="17294" y="696018"/>
                    <a:pt x="49044" y="679508"/>
                    <a:pt x="49044" y="6795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68521" y="2489284"/>
            <a:ext cx="663928" cy="645934"/>
            <a:chOff x="0" y="0"/>
            <a:chExt cx="923225" cy="898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29185" y="231458"/>
            <a:ext cx="972502" cy="748665"/>
            <a:chOff x="0" y="0"/>
            <a:chExt cx="1296670" cy="9982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6990" y="47274"/>
              <a:ext cx="1198922" cy="903491"/>
            </a:xfrm>
            <a:custGeom>
              <a:avLst/>
              <a:gdLst/>
              <a:ahLst/>
              <a:cxnLst/>
              <a:rect r="r" b="b" t="t" l="l"/>
              <a:pathLst>
                <a:path h="903491" w="1198922">
                  <a:moveTo>
                    <a:pt x="36830" y="779496"/>
                  </a:moveTo>
                  <a:cubicBezTo>
                    <a:pt x="633730" y="432786"/>
                    <a:pt x="811530" y="318486"/>
                    <a:pt x="910590" y="234666"/>
                  </a:cubicBezTo>
                  <a:cubicBezTo>
                    <a:pt x="972820" y="182596"/>
                    <a:pt x="1019810" y="133066"/>
                    <a:pt x="1047750" y="93696"/>
                  </a:cubicBezTo>
                  <a:cubicBezTo>
                    <a:pt x="1064260" y="69566"/>
                    <a:pt x="1066800" y="46706"/>
                    <a:pt x="1079500" y="30196"/>
                  </a:cubicBezTo>
                  <a:cubicBezTo>
                    <a:pt x="1088390" y="18766"/>
                    <a:pt x="1097280" y="8606"/>
                    <a:pt x="1109980" y="3526"/>
                  </a:cubicBezTo>
                  <a:cubicBezTo>
                    <a:pt x="1125220" y="-1554"/>
                    <a:pt x="1154430" y="986"/>
                    <a:pt x="1169670" y="8606"/>
                  </a:cubicBezTo>
                  <a:cubicBezTo>
                    <a:pt x="1181100" y="14956"/>
                    <a:pt x="1189990" y="28926"/>
                    <a:pt x="1195070" y="40356"/>
                  </a:cubicBezTo>
                  <a:cubicBezTo>
                    <a:pt x="1198880" y="53056"/>
                    <a:pt x="1200150" y="69566"/>
                    <a:pt x="1196340" y="80996"/>
                  </a:cubicBezTo>
                  <a:cubicBezTo>
                    <a:pt x="1192530" y="93696"/>
                    <a:pt x="1182370" y="107666"/>
                    <a:pt x="1172210" y="114016"/>
                  </a:cubicBezTo>
                  <a:cubicBezTo>
                    <a:pt x="1160780" y="121636"/>
                    <a:pt x="1146810" y="127986"/>
                    <a:pt x="1132840" y="126716"/>
                  </a:cubicBezTo>
                  <a:cubicBezTo>
                    <a:pt x="1116330" y="124176"/>
                    <a:pt x="1090930" y="110206"/>
                    <a:pt x="1080770" y="96236"/>
                  </a:cubicBezTo>
                  <a:cubicBezTo>
                    <a:pt x="1073150" y="86076"/>
                    <a:pt x="1069340" y="70836"/>
                    <a:pt x="1071880" y="56866"/>
                  </a:cubicBezTo>
                  <a:cubicBezTo>
                    <a:pt x="1074420" y="40356"/>
                    <a:pt x="1088390" y="14956"/>
                    <a:pt x="1103630" y="7336"/>
                  </a:cubicBezTo>
                  <a:cubicBezTo>
                    <a:pt x="1118870" y="-1554"/>
                    <a:pt x="1148080" y="-2824"/>
                    <a:pt x="1163320" y="6066"/>
                  </a:cubicBezTo>
                  <a:cubicBezTo>
                    <a:pt x="1179830" y="13686"/>
                    <a:pt x="1195070" y="37816"/>
                    <a:pt x="1197610" y="54326"/>
                  </a:cubicBezTo>
                  <a:cubicBezTo>
                    <a:pt x="1201420" y="67026"/>
                    <a:pt x="1196340" y="78456"/>
                    <a:pt x="1189990" y="93696"/>
                  </a:cubicBezTo>
                  <a:cubicBezTo>
                    <a:pt x="1181100" y="117826"/>
                    <a:pt x="1162050" y="149576"/>
                    <a:pt x="1136650" y="181326"/>
                  </a:cubicBezTo>
                  <a:cubicBezTo>
                    <a:pt x="1098550" y="227046"/>
                    <a:pt x="1036320" y="282926"/>
                    <a:pt x="974090" y="333726"/>
                  </a:cubicBezTo>
                  <a:cubicBezTo>
                    <a:pt x="901700" y="394686"/>
                    <a:pt x="821690" y="450566"/>
                    <a:pt x="720090" y="517876"/>
                  </a:cubicBezTo>
                  <a:cubicBezTo>
                    <a:pt x="580390" y="613126"/>
                    <a:pt x="317500" y="780766"/>
                    <a:pt x="208280" y="842996"/>
                  </a:cubicBezTo>
                  <a:cubicBezTo>
                    <a:pt x="157480" y="870936"/>
                    <a:pt x="129540" y="892526"/>
                    <a:pt x="96520" y="898876"/>
                  </a:cubicBezTo>
                  <a:cubicBezTo>
                    <a:pt x="73660" y="905226"/>
                    <a:pt x="49530" y="905226"/>
                    <a:pt x="34290" y="897606"/>
                  </a:cubicBezTo>
                  <a:cubicBezTo>
                    <a:pt x="20320" y="891256"/>
                    <a:pt x="8890" y="876016"/>
                    <a:pt x="3810" y="862046"/>
                  </a:cubicBezTo>
                  <a:cubicBezTo>
                    <a:pt x="-1270" y="848076"/>
                    <a:pt x="-1270" y="827756"/>
                    <a:pt x="3810" y="815056"/>
                  </a:cubicBezTo>
                  <a:cubicBezTo>
                    <a:pt x="10160" y="801086"/>
                    <a:pt x="36830" y="779496"/>
                    <a:pt x="36830" y="77949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315396" y="3447591"/>
            <a:ext cx="663928" cy="645934"/>
            <a:chOff x="0" y="0"/>
            <a:chExt cx="923225" cy="8982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48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>
            <a:off x="15038665" y="3037222"/>
            <a:ext cx="430180" cy="5941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1" id="71"/>
          <p:cNvGrpSpPr/>
          <p:nvPr/>
        </p:nvGrpSpPr>
        <p:grpSpPr>
          <a:xfrm rot="0">
            <a:off x="13668375" y="156210"/>
            <a:ext cx="698182" cy="810578"/>
            <a:chOff x="0" y="0"/>
            <a:chExt cx="930910" cy="10807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0" y="50606"/>
              <a:ext cx="829310" cy="979600"/>
            </a:xfrm>
            <a:custGeom>
              <a:avLst/>
              <a:gdLst/>
              <a:ahLst/>
              <a:cxnLst/>
              <a:rect r="r" b="b" t="t" l="l"/>
              <a:pathLst>
                <a:path h="979600" w="829310">
                  <a:moveTo>
                    <a:pt x="17780" y="862524"/>
                  </a:moveTo>
                  <a:cubicBezTo>
                    <a:pt x="406400" y="416754"/>
                    <a:pt x="621030" y="95444"/>
                    <a:pt x="703580" y="29404"/>
                  </a:cubicBezTo>
                  <a:cubicBezTo>
                    <a:pt x="728980" y="9084"/>
                    <a:pt x="744220" y="1464"/>
                    <a:pt x="762000" y="194"/>
                  </a:cubicBezTo>
                  <a:cubicBezTo>
                    <a:pt x="777240" y="194"/>
                    <a:pt x="793750" y="6544"/>
                    <a:pt x="803910" y="16704"/>
                  </a:cubicBezTo>
                  <a:cubicBezTo>
                    <a:pt x="817880" y="29404"/>
                    <a:pt x="829310" y="58614"/>
                    <a:pt x="829310" y="77664"/>
                  </a:cubicBezTo>
                  <a:cubicBezTo>
                    <a:pt x="829310" y="91634"/>
                    <a:pt x="820420" y="108144"/>
                    <a:pt x="811530" y="118304"/>
                  </a:cubicBezTo>
                  <a:cubicBezTo>
                    <a:pt x="801370" y="128464"/>
                    <a:pt x="787400" y="138624"/>
                    <a:pt x="772160" y="139894"/>
                  </a:cubicBezTo>
                  <a:cubicBezTo>
                    <a:pt x="754380" y="141164"/>
                    <a:pt x="723900" y="131004"/>
                    <a:pt x="709930" y="119574"/>
                  </a:cubicBezTo>
                  <a:cubicBezTo>
                    <a:pt x="698500" y="109414"/>
                    <a:pt x="692150" y="92904"/>
                    <a:pt x="689610" y="78934"/>
                  </a:cubicBezTo>
                  <a:cubicBezTo>
                    <a:pt x="688340" y="64964"/>
                    <a:pt x="690880" y="47184"/>
                    <a:pt x="698500" y="35754"/>
                  </a:cubicBezTo>
                  <a:cubicBezTo>
                    <a:pt x="709930" y="20514"/>
                    <a:pt x="736600" y="2734"/>
                    <a:pt x="754380" y="194"/>
                  </a:cubicBezTo>
                  <a:cubicBezTo>
                    <a:pt x="769620" y="-1076"/>
                    <a:pt x="786130" y="4004"/>
                    <a:pt x="798830" y="11624"/>
                  </a:cubicBezTo>
                  <a:cubicBezTo>
                    <a:pt x="810260" y="19244"/>
                    <a:pt x="821690" y="33214"/>
                    <a:pt x="825500" y="47184"/>
                  </a:cubicBezTo>
                  <a:cubicBezTo>
                    <a:pt x="830580" y="64964"/>
                    <a:pt x="828040" y="86554"/>
                    <a:pt x="816610" y="111954"/>
                  </a:cubicBezTo>
                  <a:cubicBezTo>
                    <a:pt x="792480" y="161484"/>
                    <a:pt x="702310" y="224984"/>
                    <a:pt x="640080" y="299914"/>
                  </a:cubicBezTo>
                  <a:cubicBezTo>
                    <a:pt x="558800" y="396434"/>
                    <a:pt x="466090" y="538674"/>
                    <a:pt x="377190" y="650434"/>
                  </a:cubicBezTo>
                  <a:cubicBezTo>
                    <a:pt x="293370" y="757114"/>
                    <a:pt x="176530" y="912054"/>
                    <a:pt x="124460" y="955234"/>
                  </a:cubicBezTo>
                  <a:cubicBezTo>
                    <a:pt x="105410" y="970474"/>
                    <a:pt x="95250" y="976824"/>
                    <a:pt x="80010" y="979364"/>
                  </a:cubicBezTo>
                  <a:cubicBezTo>
                    <a:pt x="64770" y="980634"/>
                    <a:pt x="44450" y="976824"/>
                    <a:pt x="31750" y="966664"/>
                  </a:cubicBezTo>
                  <a:cubicBezTo>
                    <a:pt x="16510" y="956504"/>
                    <a:pt x="1270" y="928564"/>
                    <a:pt x="0" y="909514"/>
                  </a:cubicBezTo>
                  <a:cubicBezTo>
                    <a:pt x="0" y="893004"/>
                    <a:pt x="17780" y="862524"/>
                    <a:pt x="17780" y="86252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015436" y="8935333"/>
            <a:ext cx="663928" cy="645934"/>
            <a:chOff x="0" y="0"/>
            <a:chExt cx="923225" cy="89820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>
            <a:off x="12997094" y="8535669"/>
            <a:ext cx="178911" cy="5331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7" id="77"/>
          <p:cNvGrpSpPr/>
          <p:nvPr/>
        </p:nvGrpSpPr>
        <p:grpSpPr>
          <a:xfrm rot="0">
            <a:off x="14524673" y="340995"/>
            <a:ext cx="668655" cy="691515"/>
            <a:chOff x="0" y="0"/>
            <a:chExt cx="891540" cy="9220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50711" y="50559"/>
              <a:ext cx="790221" cy="820661"/>
            </a:xfrm>
            <a:custGeom>
              <a:avLst/>
              <a:gdLst/>
              <a:ahLst/>
              <a:cxnLst/>
              <a:rect r="r" b="b" t="t" l="l"/>
              <a:pathLst>
                <a:path h="820661" w="790221">
                  <a:moveTo>
                    <a:pt x="11519" y="712711"/>
                  </a:moveTo>
                  <a:cubicBezTo>
                    <a:pt x="176619" y="503161"/>
                    <a:pt x="345529" y="331711"/>
                    <a:pt x="452209" y="227571"/>
                  </a:cubicBezTo>
                  <a:cubicBezTo>
                    <a:pt x="536029" y="146291"/>
                    <a:pt x="637629" y="45961"/>
                    <a:pt x="683349" y="16751"/>
                  </a:cubicBezTo>
                  <a:cubicBezTo>
                    <a:pt x="699859" y="5321"/>
                    <a:pt x="707479" y="1511"/>
                    <a:pt x="720179" y="241"/>
                  </a:cubicBezTo>
                  <a:cubicBezTo>
                    <a:pt x="732879" y="-1029"/>
                    <a:pt x="749389" y="2781"/>
                    <a:pt x="760819" y="10401"/>
                  </a:cubicBezTo>
                  <a:cubicBezTo>
                    <a:pt x="770979" y="16751"/>
                    <a:pt x="782409" y="28181"/>
                    <a:pt x="786219" y="40881"/>
                  </a:cubicBezTo>
                  <a:cubicBezTo>
                    <a:pt x="790029" y="57391"/>
                    <a:pt x="786219" y="86601"/>
                    <a:pt x="778599" y="100571"/>
                  </a:cubicBezTo>
                  <a:cubicBezTo>
                    <a:pt x="770979" y="112001"/>
                    <a:pt x="758279" y="122161"/>
                    <a:pt x="745579" y="124701"/>
                  </a:cubicBezTo>
                  <a:cubicBezTo>
                    <a:pt x="729069" y="128511"/>
                    <a:pt x="699859" y="123431"/>
                    <a:pt x="685889" y="113271"/>
                  </a:cubicBezTo>
                  <a:cubicBezTo>
                    <a:pt x="675729" y="105651"/>
                    <a:pt x="666839" y="92951"/>
                    <a:pt x="664299" y="78981"/>
                  </a:cubicBezTo>
                  <a:cubicBezTo>
                    <a:pt x="661759" y="63741"/>
                    <a:pt x="666839" y="34531"/>
                    <a:pt x="678269" y="21831"/>
                  </a:cubicBezTo>
                  <a:cubicBezTo>
                    <a:pt x="689699" y="7861"/>
                    <a:pt x="717639" y="241"/>
                    <a:pt x="734149" y="241"/>
                  </a:cubicBezTo>
                  <a:cubicBezTo>
                    <a:pt x="748119" y="1511"/>
                    <a:pt x="762089" y="9131"/>
                    <a:pt x="770979" y="18021"/>
                  </a:cubicBezTo>
                  <a:cubicBezTo>
                    <a:pt x="779869" y="26911"/>
                    <a:pt x="787489" y="42151"/>
                    <a:pt x="788759" y="54851"/>
                  </a:cubicBezTo>
                  <a:cubicBezTo>
                    <a:pt x="791299" y="67551"/>
                    <a:pt x="791299" y="78981"/>
                    <a:pt x="782409" y="95491"/>
                  </a:cubicBezTo>
                  <a:cubicBezTo>
                    <a:pt x="755739" y="141211"/>
                    <a:pt x="624929" y="227571"/>
                    <a:pt x="539839" y="310121"/>
                  </a:cubicBezTo>
                  <a:cubicBezTo>
                    <a:pt x="435699" y="412991"/>
                    <a:pt x="282029" y="576821"/>
                    <a:pt x="205829" y="669531"/>
                  </a:cubicBezTo>
                  <a:cubicBezTo>
                    <a:pt x="162649" y="724141"/>
                    <a:pt x="141059" y="781291"/>
                    <a:pt x="111849" y="804151"/>
                  </a:cubicBezTo>
                  <a:cubicBezTo>
                    <a:pt x="95339" y="815581"/>
                    <a:pt x="81369" y="820661"/>
                    <a:pt x="66129" y="820661"/>
                  </a:cubicBezTo>
                  <a:cubicBezTo>
                    <a:pt x="50889" y="820661"/>
                    <a:pt x="33109" y="813041"/>
                    <a:pt x="21679" y="802881"/>
                  </a:cubicBezTo>
                  <a:cubicBezTo>
                    <a:pt x="10249" y="792721"/>
                    <a:pt x="1359" y="774941"/>
                    <a:pt x="89" y="759701"/>
                  </a:cubicBezTo>
                  <a:cubicBezTo>
                    <a:pt x="-1181" y="744461"/>
                    <a:pt x="11519" y="712711"/>
                    <a:pt x="11519" y="7127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4833078" y="7906593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440936" y="9014217"/>
            <a:ext cx="663928" cy="645934"/>
            <a:chOff x="0" y="0"/>
            <a:chExt cx="923225" cy="898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1459866" y="8559068"/>
            <a:ext cx="130265" cy="5084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0" id="60"/>
          <p:cNvGrpSpPr/>
          <p:nvPr/>
        </p:nvGrpSpPr>
        <p:grpSpPr>
          <a:xfrm rot="0">
            <a:off x="11772900" y="276225"/>
            <a:ext cx="1025843" cy="686752"/>
            <a:chOff x="0" y="0"/>
            <a:chExt cx="1367790" cy="9156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016" y="49472"/>
              <a:ext cx="1265900" cy="814128"/>
            </a:xfrm>
            <a:custGeom>
              <a:avLst/>
              <a:gdLst/>
              <a:ahLst/>
              <a:cxnLst/>
              <a:rect r="r" b="b" t="t" l="l"/>
              <a:pathLst>
                <a:path h="814128" w="1265900">
                  <a:moveTo>
                    <a:pt x="49044" y="679508"/>
                  </a:moveTo>
                  <a:cubicBezTo>
                    <a:pt x="306854" y="602038"/>
                    <a:pt x="365274" y="585528"/>
                    <a:pt x="456714" y="533458"/>
                  </a:cubicBezTo>
                  <a:cubicBezTo>
                    <a:pt x="633244" y="433128"/>
                    <a:pt x="1085364" y="35618"/>
                    <a:pt x="1180614" y="3868"/>
                  </a:cubicBezTo>
                  <a:cubicBezTo>
                    <a:pt x="1200934" y="-2482"/>
                    <a:pt x="1209824" y="58"/>
                    <a:pt x="1222524" y="3868"/>
                  </a:cubicBezTo>
                  <a:cubicBezTo>
                    <a:pt x="1233954" y="7678"/>
                    <a:pt x="1247924" y="17838"/>
                    <a:pt x="1255544" y="29268"/>
                  </a:cubicBezTo>
                  <a:cubicBezTo>
                    <a:pt x="1261894" y="39428"/>
                    <a:pt x="1266974" y="55938"/>
                    <a:pt x="1265704" y="68638"/>
                  </a:cubicBezTo>
                  <a:cubicBezTo>
                    <a:pt x="1265704" y="81338"/>
                    <a:pt x="1259354" y="97848"/>
                    <a:pt x="1250464" y="106738"/>
                  </a:cubicBezTo>
                  <a:cubicBezTo>
                    <a:pt x="1242844" y="116898"/>
                    <a:pt x="1228874" y="127058"/>
                    <a:pt x="1214904" y="128328"/>
                  </a:cubicBezTo>
                  <a:cubicBezTo>
                    <a:pt x="1198394" y="130868"/>
                    <a:pt x="1169184" y="124518"/>
                    <a:pt x="1156484" y="113088"/>
                  </a:cubicBezTo>
                  <a:cubicBezTo>
                    <a:pt x="1143784" y="100388"/>
                    <a:pt x="1136164" y="71178"/>
                    <a:pt x="1137434" y="54668"/>
                  </a:cubicBezTo>
                  <a:cubicBezTo>
                    <a:pt x="1138704" y="40698"/>
                    <a:pt x="1147594" y="26728"/>
                    <a:pt x="1156484" y="17838"/>
                  </a:cubicBezTo>
                  <a:cubicBezTo>
                    <a:pt x="1166644" y="8948"/>
                    <a:pt x="1180614" y="1328"/>
                    <a:pt x="1194584" y="1328"/>
                  </a:cubicBezTo>
                  <a:cubicBezTo>
                    <a:pt x="1211094" y="58"/>
                    <a:pt x="1239034" y="11488"/>
                    <a:pt x="1250464" y="22918"/>
                  </a:cubicBezTo>
                  <a:cubicBezTo>
                    <a:pt x="1260624" y="33078"/>
                    <a:pt x="1266974" y="48318"/>
                    <a:pt x="1265704" y="62288"/>
                  </a:cubicBezTo>
                  <a:cubicBezTo>
                    <a:pt x="1265704" y="78798"/>
                    <a:pt x="1260624" y="92768"/>
                    <a:pt x="1240304" y="116898"/>
                  </a:cubicBezTo>
                  <a:cubicBezTo>
                    <a:pt x="1164104" y="209608"/>
                    <a:pt x="687854" y="544888"/>
                    <a:pt x="507514" y="649028"/>
                  </a:cubicBezTo>
                  <a:cubicBezTo>
                    <a:pt x="410994" y="703638"/>
                    <a:pt x="348764" y="723958"/>
                    <a:pt x="272564" y="751898"/>
                  </a:cubicBezTo>
                  <a:cubicBezTo>
                    <a:pt x="203984" y="777298"/>
                    <a:pt x="115084" y="814128"/>
                    <a:pt x="71904" y="814128"/>
                  </a:cubicBezTo>
                  <a:cubicBezTo>
                    <a:pt x="50314" y="814128"/>
                    <a:pt x="37614" y="807778"/>
                    <a:pt x="24914" y="798888"/>
                  </a:cubicBezTo>
                  <a:cubicBezTo>
                    <a:pt x="13484" y="788728"/>
                    <a:pt x="3324" y="772218"/>
                    <a:pt x="784" y="756978"/>
                  </a:cubicBezTo>
                  <a:cubicBezTo>
                    <a:pt x="-1756" y="741738"/>
                    <a:pt x="2054" y="722688"/>
                    <a:pt x="9674" y="708718"/>
                  </a:cubicBezTo>
                  <a:cubicBezTo>
                    <a:pt x="17294" y="696018"/>
                    <a:pt x="49044" y="679508"/>
                    <a:pt x="49044" y="6795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68521" y="2489284"/>
            <a:ext cx="663928" cy="645934"/>
            <a:chOff x="0" y="0"/>
            <a:chExt cx="923225" cy="898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29185" y="231458"/>
            <a:ext cx="972502" cy="748665"/>
            <a:chOff x="0" y="0"/>
            <a:chExt cx="1296670" cy="9982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6990" y="47274"/>
              <a:ext cx="1198922" cy="903491"/>
            </a:xfrm>
            <a:custGeom>
              <a:avLst/>
              <a:gdLst/>
              <a:ahLst/>
              <a:cxnLst/>
              <a:rect r="r" b="b" t="t" l="l"/>
              <a:pathLst>
                <a:path h="903491" w="1198922">
                  <a:moveTo>
                    <a:pt x="36830" y="779496"/>
                  </a:moveTo>
                  <a:cubicBezTo>
                    <a:pt x="633730" y="432786"/>
                    <a:pt x="811530" y="318486"/>
                    <a:pt x="910590" y="234666"/>
                  </a:cubicBezTo>
                  <a:cubicBezTo>
                    <a:pt x="972820" y="182596"/>
                    <a:pt x="1019810" y="133066"/>
                    <a:pt x="1047750" y="93696"/>
                  </a:cubicBezTo>
                  <a:cubicBezTo>
                    <a:pt x="1064260" y="69566"/>
                    <a:pt x="1066800" y="46706"/>
                    <a:pt x="1079500" y="30196"/>
                  </a:cubicBezTo>
                  <a:cubicBezTo>
                    <a:pt x="1088390" y="18766"/>
                    <a:pt x="1097280" y="8606"/>
                    <a:pt x="1109980" y="3526"/>
                  </a:cubicBezTo>
                  <a:cubicBezTo>
                    <a:pt x="1125220" y="-1554"/>
                    <a:pt x="1154430" y="986"/>
                    <a:pt x="1169670" y="8606"/>
                  </a:cubicBezTo>
                  <a:cubicBezTo>
                    <a:pt x="1181100" y="14956"/>
                    <a:pt x="1189990" y="28926"/>
                    <a:pt x="1195070" y="40356"/>
                  </a:cubicBezTo>
                  <a:cubicBezTo>
                    <a:pt x="1198880" y="53056"/>
                    <a:pt x="1200150" y="69566"/>
                    <a:pt x="1196340" y="80996"/>
                  </a:cubicBezTo>
                  <a:cubicBezTo>
                    <a:pt x="1192530" y="93696"/>
                    <a:pt x="1182370" y="107666"/>
                    <a:pt x="1172210" y="114016"/>
                  </a:cubicBezTo>
                  <a:cubicBezTo>
                    <a:pt x="1160780" y="121636"/>
                    <a:pt x="1146810" y="127986"/>
                    <a:pt x="1132840" y="126716"/>
                  </a:cubicBezTo>
                  <a:cubicBezTo>
                    <a:pt x="1116330" y="124176"/>
                    <a:pt x="1090930" y="110206"/>
                    <a:pt x="1080770" y="96236"/>
                  </a:cubicBezTo>
                  <a:cubicBezTo>
                    <a:pt x="1073150" y="86076"/>
                    <a:pt x="1069340" y="70836"/>
                    <a:pt x="1071880" y="56866"/>
                  </a:cubicBezTo>
                  <a:cubicBezTo>
                    <a:pt x="1074420" y="40356"/>
                    <a:pt x="1088390" y="14956"/>
                    <a:pt x="1103630" y="7336"/>
                  </a:cubicBezTo>
                  <a:cubicBezTo>
                    <a:pt x="1118870" y="-1554"/>
                    <a:pt x="1148080" y="-2824"/>
                    <a:pt x="1163320" y="6066"/>
                  </a:cubicBezTo>
                  <a:cubicBezTo>
                    <a:pt x="1179830" y="13686"/>
                    <a:pt x="1195070" y="37816"/>
                    <a:pt x="1197610" y="54326"/>
                  </a:cubicBezTo>
                  <a:cubicBezTo>
                    <a:pt x="1201420" y="67026"/>
                    <a:pt x="1196340" y="78456"/>
                    <a:pt x="1189990" y="93696"/>
                  </a:cubicBezTo>
                  <a:cubicBezTo>
                    <a:pt x="1181100" y="117826"/>
                    <a:pt x="1162050" y="149576"/>
                    <a:pt x="1136650" y="181326"/>
                  </a:cubicBezTo>
                  <a:cubicBezTo>
                    <a:pt x="1098550" y="227046"/>
                    <a:pt x="1036320" y="282926"/>
                    <a:pt x="974090" y="333726"/>
                  </a:cubicBezTo>
                  <a:cubicBezTo>
                    <a:pt x="901700" y="394686"/>
                    <a:pt x="821690" y="450566"/>
                    <a:pt x="720090" y="517876"/>
                  </a:cubicBezTo>
                  <a:cubicBezTo>
                    <a:pt x="580390" y="613126"/>
                    <a:pt x="317500" y="780766"/>
                    <a:pt x="208280" y="842996"/>
                  </a:cubicBezTo>
                  <a:cubicBezTo>
                    <a:pt x="157480" y="870936"/>
                    <a:pt x="129540" y="892526"/>
                    <a:pt x="96520" y="898876"/>
                  </a:cubicBezTo>
                  <a:cubicBezTo>
                    <a:pt x="73660" y="905226"/>
                    <a:pt x="49530" y="905226"/>
                    <a:pt x="34290" y="897606"/>
                  </a:cubicBezTo>
                  <a:cubicBezTo>
                    <a:pt x="20320" y="891256"/>
                    <a:pt x="8890" y="876016"/>
                    <a:pt x="3810" y="862046"/>
                  </a:cubicBezTo>
                  <a:cubicBezTo>
                    <a:pt x="-1270" y="848076"/>
                    <a:pt x="-1270" y="827756"/>
                    <a:pt x="3810" y="815056"/>
                  </a:cubicBezTo>
                  <a:cubicBezTo>
                    <a:pt x="10160" y="801086"/>
                    <a:pt x="36830" y="779496"/>
                    <a:pt x="36830" y="77949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315396" y="3447591"/>
            <a:ext cx="663928" cy="645934"/>
            <a:chOff x="0" y="0"/>
            <a:chExt cx="923225" cy="8982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48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>
            <a:off x="15038665" y="3037222"/>
            <a:ext cx="430180" cy="5941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1" id="71"/>
          <p:cNvGrpSpPr/>
          <p:nvPr/>
        </p:nvGrpSpPr>
        <p:grpSpPr>
          <a:xfrm rot="0">
            <a:off x="13668375" y="156210"/>
            <a:ext cx="698182" cy="810578"/>
            <a:chOff x="0" y="0"/>
            <a:chExt cx="930910" cy="10807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0" y="50606"/>
              <a:ext cx="829310" cy="979600"/>
            </a:xfrm>
            <a:custGeom>
              <a:avLst/>
              <a:gdLst/>
              <a:ahLst/>
              <a:cxnLst/>
              <a:rect r="r" b="b" t="t" l="l"/>
              <a:pathLst>
                <a:path h="979600" w="829310">
                  <a:moveTo>
                    <a:pt x="17780" y="862524"/>
                  </a:moveTo>
                  <a:cubicBezTo>
                    <a:pt x="406400" y="416754"/>
                    <a:pt x="621030" y="95444"/>
                    <a:pt x="703580" y="29404"/>
                  </a:cubicBezTo>
                  <a:cubicBezTo>
                    <a:pt x="728980" y="9084"/>
                    <a:pt x="744220" y="1464"/>
                    <a:pt x="762000" y="194"/>
                  </a:cubicBezTo>
                  <a:cubicBezTo>
                    <a:pt x="777240" y="194"/>
                    <a:pt x="793750" y="6544"/>
                    <a:pt x="803910" y="16704"/>
                  </a:cubicBezTo>
                  <a:cubicBezTo>
                    <a:pt x="817880" y="29404"/>
                    <a:pt x="829310" y="58614"/>
                    <a:pt x="829310" y="77664"/>
                  </a:cubicBezTo>
                  <a:cubicBezTo>
                    <a:pt x="829310" y="91634"/>
                    <a:pt x="820420" y="108144"/>
                    <a:pt x="811530" y="118304"/>
                  </a:cubicBezTo>
                  <a:cubicBezTo>
                    <a:pt x="801370" y="128464"/>
                    <a:pt x="787400" y="138624"/>
                    <a:pt x="772160" y="139894"/>
                  </a:cubicBezTo>
                  <a:cubicBezTo>
                    <a:pt x="754380" y="141164"/>
                    <a:pt x="723900" y="131004"/>
                    <a:pt x="709930" y="119574"/>
                  </a:cubicBezTo>
                  <a:cubicBezTo>
                    <a:pt x="698500" y="109414"/>
                    <a:pt x="692150" y="92904"/>
                    <a:pt x="689610" y="78934"/>
                  </a:cubicBezTo>
                  <a:cubicBezTo>
                    <a:pt x="688340" y="64964"/>
                    <a:pt x="690880" y="47184"/>
                    <a:pt x="698500" y="35754"/>
                  </a:cubicBezTo>
                  <a:cubicBezTo>
                    <a:pt x="709930" y="20514"/>
                    <a:pt x="736600" y="2734"/>
                    <a:pt x="754380" y="194"/>
                  </a:cubicBezTo>
                  <a:cubicBezTo>
                    <a:pt x="769620" y="-1076"/>
                    <a:pt x="786130" y="4004"/>
                    <a:pt x="798830" y="11624"/>
                  </a:cubicBezTo>
                  <a:cubicBezTo>
                    <a:pt x="810260" y="19244"/>
                    <a:pt x="821690" y="33214"/>
                    <a:pt x="825500" y="47184"/>
                  </a:cubicBezTo>
                  <a:cubicBezTo>
                    <a:pt x="830580" y="64964"/>
                    <a:pt x="828040" y="86554"/>
                    <a:pt x="816610" y="111954"/>
                  </a:cubicBezTo>
                  <a:cubicBezTo>
                    <a:pt x="792480" y="161484"/>
                    <a:pt x="702310" y="224984"/>
                    <a:pt x="640080" y="299914"/>
                  </a:cubicBezTo>
                  <a:cubicBezTo>
                    <a:pt x="558800" y="396434"/>
                    <a:pt x="466090" y="538674"/>
                    <a:pt x="377190" y="650434"/>
                  </a:cubicBezTo>
                  <a:cubicBezTo>
                    <a:pt x="293370" y="757114"/>
                    <a:pt x="176530" y="912054"/>
                    <a:pt x="124460" y="955234"/>
                  </a:cubicBezTo>
                  <a:cubicBezTo>
                    <a:pt x="105410" y="970474"/>
                    <a:pt x="95250" y="976824"/>
                    <a:pt x="80010" y="979364"/>
                  </a:cubicBezTo>
                  <a:cubicBezTo>
                    <a:pt x="64770" y="980634"/>
                    <a:pt x="44450" y="976824"/>
                    <a:pt x="31750" y="966664"/>
                  </a:cubicBezTo>
                  <a:cubicBezTo>
                    <a:pt x="16510" y="956504"/>
                    <a:pt x="1270" y="928564"/>
                    <a:pt x="0" y="909514"/>
                  </a:cubicBezTo>
                  <a:cubicBezTo>
                    <a:pt x="0" y="893004"/>
                    <a:pt x="17780" y="862524"/>
                    <a:pt x="17780" y="86252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015436" y="8935333"/>
            <a:ext cx="663928" cy="645934"/>
            <a:chOff x="0" y="0"/>
            <a:chExt cx="923225" cy="89820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>
            <a:off x="12997094" y="8535669"/>
            <a:ext cx="178911" cy="5331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7" id="77"/>
          <p:cNvGrpSpPr/>
          <p:nvPr/>
        </p:nvGrpSpPr>
        <p:grpSpPr>
          <a:xfrm rot="0">
            <a:off x="14524673" y="340995"/>
            <a:ext cx="668655" cy="691515"/>
            <a:chOff x="0" y="0"/>
            <a:chExt cx="891540" cy="9220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50711" y="50559"/>
              <a:ext cx="790221" cy="820661"/>
            </a:xfrm>
            <a:custGeom>
              <a:avLst/>
              <a:gdLst/>
              <a:ahLst/>
              <a:cxnLst/>
              <a:rect r="r" b="b" t="t" l="l"/>
              <a:pathLst>
                <a:path h="820661" w="790221">
                  <a:moveTo>
                    <a:pt x="11519" y="712711"/>
                  </a:moveTo>
                  <a:cubicBezTo>
                    <a:pt x="176619" y="503161"/>
                    <a:pt x="345529" y="331711"/>
                    <a:pt x="452209" y="227571"/>
                  </a:cubicBezTo>
                  <a:cubicBezTo>
                    <a:pt x="536029" y="146291"/>
                    <a:pt x="637629" y="45961"/>
                    <a:pt x="683349" y="16751"/>
                  </a:cubicBezTo>
                  <a:cubicBezTo>
                    <a:pt x="699859" y="5321"/>
                    <a:pt x="707479" y="1511"/>
                    <a:pt x="720179" y="241"/>
                  </a:cubicBezTo>
                  <a:cubicBezTo>
                    <a:pt x="732879" y="-1029"/>
                    <a:pt x="749389" y="2781"/>
                    <a:pt x="760819" y="10401"/>
                  </a:cubicBezTo>
                  <a:cubicBezTo>
                    <a:pt x="770979" y="16751"/>
                    <a:pt x="782409" y="28181"/>
                    <a:pt x="786219" y="40881"/>
                  </a:cubicBezTo>
                  <a:cubicBezTo>
                    <a:pt x="790029" y="57391"/>
                    <a:pt x="786219" y="86601"/>
                    <a:pt x="778599" y="100571"/>
                  </a:cubicBezTo>
                  <a:cubicBezTo>
                    <a:pt x="770979" y="112001"/>
                    <a:pt x="758279" y="122161"/>
                    <a:pt x="745579" y="124701"/>
                  </a:cubicBezTo>
                  <a:cubicBezTo>
                    <a:pt x="729069" y="128511"/>
                    <a:pt x="699859" y="123431"/>
                    <a:pt x="685889" y="113271"/>
                  </a:cubicBezTo>
                  <a:cubicBezTo>
                    <a:pt x="675729" y="105651"/>
                    <a:pt x="666839" y="92951"/>
                    <a:pt x="664299" y="78981"/>
                  </a:cubicBezTo>
                  <a:cubicBezTo>
                    <a:pt x="661759" y="63741"/>
                    <a:pt x="666839" y="34531"/>
                    <a:pt x="678269" y="21831"/>
                  </a:cubicBezTo>
                  <a:cubicBezTo>
                    <a:pt x="689699" y="7861"/>
                    <a:pt x="717639" y="241"/>
                    <a:pt x="734149" y="241"/>
                  </a:cubicBezTo>
                  <a:cubicBezTo>
                    <a:pt x="748119" y="1511"/>
                    <a:pt x="762089" y="9131"/>
                    <a:pt x="770979" y="18021"/>
                  </a:cubicBezTo>
                  <a:cubicBezTo>
                    <a:pt x="779869" y="26911"/>
                    <a:pt x="787489" y="42151"/>
                    <a:pt x="788759" y="54851"/>
                  </a:cubicBezTo>
                  <a:cubicBezTo>
                    <a:pt x="791299" y="67551"/>
                    <a:pt x="791299" y="78981"/>
                    <a:pt x="782409" y="95491"/>
                  </a:cubicBezTo>
                  <a:cubicBezTo>
                    <a:pt x="755739" y="141211"/>
                    <a:pt x="624929" y="227571"/>
                    <a:pt x="539839" y="310121"/>
                  </a:cubicBezTo>
                  <a:cubicBezTo>
                    <a:pt x="435699" y="412991"/>
                    <a:pt x="282029" y="576821"/>
                    <a:pt x="205829" y="669531"/>
                  </a:cubicBezTo>
                  <a:cubicBezTo>
                    <a:pt x="162649" y="724141"/>
                    <a:pt x="141059" y="781291"/>
                    <a:pt x="111849" y="804151"/>
                  </a:cubicBezTo>
                  <a:cubicBezTo>
                    <a:pt x="95339" y="815581"/>
                    <a:pt x="81369" y="820661"/>
                    <a:pt x="66129" y="820661"/>
                  </a:cubicBezTo>
                  <a:cubicBezTo>
                    <a:pt x="50889" y="820661"/>
                    <a:pt x="33109" y="813041"/>
                    <a:pt x="21679" y="802881"/>
                  </a:cubicBezTo>
                  <a:cubicBezTo>
                    <a:pt x="10249" y="792721"/>
                    <a:pt x="1359" y="774941"/>
                    <a:pt x="89" y="759701"/>
                  </a:cubicBezTo>
                  <a:cubicBezTo>
                    <a:pt x="-1181" y="744461"/>
                    <a:pt x="11519" y="712711"/>
                    <a:pt x="11519" y="7127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3147460" y="2648795"/>
            <a:ext cx="3978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25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5443835" y="953"/>
            <a:ext cx="832485" cy="1011555"/>
            <a:chOff x="0" y="0"/>
            <a:chExt cx="1109980" cy="13487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022" y="50313"/>
              <a:ext cx="1008456" cy="1247788"/>
            </a:xfrm>
            <a:custGeom>
              <a:avLst/>
              <a:gdLst/>
              <a:ahLst/>
              <a:cxnLst/>
              <a:rect r="r" b="b" t="t" l="l"/>
              <a:pathLst>
                <a:path h="1247788" w="1008456">
                  <a:moveTo>
                    <a:pt x="8398" y="1140947"/>
                  </a:moveTo>
                  <a:cubicBezTo>
                    <a:pt x="154448" y="895837"/>
                    <a:pt x="178578" y="870437"/>
                    <a:pt x="215408" y="834877"/>
                  </a:cubicBezTo>
                  <a:cubicBezTo>
                    <a:pt x="262398" y="787887"/>
                    <a:pt x="346218" y="729467"/>
                    <a:pt x="391938" y="685017"/>
                  </a:cubicBezTo>
                  <a:cubicBezTo>
                    <a:pt x="423688" y="654537"/>
                    <a:pt x="435118" y="631677"/>
                    <a:pt x="468138" y="599927"/>
                  </a:cubicBezTo>
                  <a:cubicBezTo>
                    <a:pt x="517668" y="554207"/>
                    <a:pt x="604028" y="517377"/>
                    <a:pt x="663718" y="443717"/>
                  </a:cubicBezTo>
                  <a:cubicBezTo>
                    <a:pt x="747538" y="343387"/>
                    <a:pt x="837708" y="75417"/>
                    <a:pt x="885968" y="23347"/>
                  </a:cubicBezTo>
                  <a:cubicBezTo>
                    <a:pt x="901208" y="6837"/>
                    <a:pt x="910098" y="3027"/>
                    <a:pt x="924068" y="487"/>
                  </a:cubicBezTo>
                  <a:cubicBezTo>
                    <a:pt x="941848" y="-2053"/>
                    <a:pt x="972328" y="5567"/>
                    <a:pt x="986298" y="18267"/>
                  </a:cubicBezTo>
                  <a:cubicBezTo>
                    <a:pt x="1000268" y="30967"/>
                    <a:pt x="1007888" y="61447"/>
                    <a:pt x="1006618" y="79227"/>
                  </a:cubicBezTo>
                  <a:cubicBezTo>
                    <a:pt x="1005348" y="94467"/>
                    <a:pt x="996458" y="109707"/>
                    <a:pt x="986298" y="118597"/>
                  </a:cubicBezTo>
                  <a:cubicBezTo>
                    <a:pt x="976138" y="128757"/>
                    <a:pt x="960898" y="136377"/>
                    <a:pt x="945658" y="136377"/>
                  </a:cubicBezTo>
                  <a:cubicBezTo>
                    <a:pt x="927878" y="137647"/>
                    <a:pt x="898668" y="127487"/>
                    <a:pt x="885968" y="112247"/>
                  </a:cubicBezTo>
                  <a:cubicBezTo>
                    <a:pt x="873268" y="98277"/>
                    <a:pt x="869458" y="66527"/>
                    <a:pt x="871998" y="48747"/>
                  </a:cubicBezTo>
                  <a:cubicBezTo>
                    <a:pt x="875808" y="34777"/>
                    <a:pt x="884698" y="20807"/>
                    <a:pt x="897398" y="13187"/>
                  </a:cubicBezTo>
                  <a:cubicBezTo>
                    <a:pt x="912638" y="3027"/>
                    <a:pt x="944388" y="-2053"/>
                    <a:pt x="960898" y="3027"/>
                  </a:cubicBezTo>
                  <a:cubicBezTo>
                    <a:pt x="976138" y="6837"/>
                    <a:pt x="988838" y="18267"/>
                    <a:pt x="996458" y="29697"/>
                  </a:cubicBezTo>
                  <a:cubicBezTo>
                    <a:pt x="1004078" y="41127"/>
                    <a:pt x="1010428" y="52557"/>
                    <a:pt x="1007888" y="72877"/>
                  </a:cubicBezTo>
                  <a:cubicBezTo>
                    <a:pt x="1002808" y="123677"/>
                    <a:pt x="916448" y="258297"/>
                    <a:pt x="868188" y="343387"/>
                  </a:cubicBezTo>
                  <a:cubicBezTo>
                    <a:pt x="825008" y="420857"/>
                    <a:pt x="788178" y="502137"/>
                    <a:pt x="734838" y="561827"/>
                  </a:cubicBezTo>
                  <a:cubicBezTo>
                    <a:pt x="686578" y="615167"/>
                    <a:pt x="630698" y="635487"/>
                    <a:pt x="568468" y="690097"/>
                  </a:cubicBezTo>
                  <a:cubicBezTo>
                    <a:pt x="475758" y="770107"/>
                    <a:pt x="323358" y="902187"/>
                    <a:pt x="245888" y="1002517"/>
                  </a:cubicBezTo>
                  <a:cubicBezTo>
                    <a:pt x="187468" y="1078717"/>
                    <a:pt x="158258" y="1191747"/>
                    <a:pt x="121428" y="1226037"/>
                  </a:cubicBezTo>
                  <a:cubicBezTo>
                    <a:pt x="106188" y="1241277"/>
                    <a:pt x="92218" y="1246357"/>
                    <a:pt x="76978" y="1247627"/>
                  </a:cubicBezTo>
                  <a:cubicBezTo>
                    <a:pt x="60468" y="1248897"/>
                    <a:pt x="40148" y="1242547"/>
                    <a:pt x="27448" y="1233657"/>
                  </a:cubicBezTo>
                  <a:cubicBezTo>
                    <a:pt x="14748" y="1223497"/>
                    <a:pt x="3318" y="1205717"/>
                    <a:pt x="778" y="1190477"/>
                  </a:cubicBezTo>
                  <a:cubicBezTo>
                    <a:pt x="-3032" y="1175237"/>
                    <a:pt x="8398" y="1140947"/>
                    <a:pt x="8398" y="114094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2" id="82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4833078" y="7940380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440936" y="9014217"/>
            <a:ext cx="663928" cy="645934"/>
            <a:chOff x="0" y="0"/>
            <a:chExt cx="923225" cy="898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1459866" y="8559068"/>
            <a:ext cx="130265" cy="5084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0" id="60"/>
          <p:cNvGrpSpPr/>
          <p:nvPr/>
        </p:nvGrpSpPr>
        <p:grpSpPr>
          <a:xfrm rot="0">
            <a:off x="11772900" y="276225"/>
            <a:ext cx="1025843" cy="686752"/>
            <a:chOff x="0" y="0"/>
            <a:chExt cx="1367790" cy="9156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016" y="49472"/>
              <a:ext cx="1265900" cy="814128"/>
            </a:xfrm>
            <a:custGeom>
              <a:avLst/>
              <a:gdLst/>
              <a:ahLst/>
              <a:cxnLst/>
              <a:rect r="r" b="b" t="t" l="l"/>
              <a:pathLst>
                <a:path h="814128" w="1265900">
                  <a:moveTo>
                    <a:pt x="49044" y="679508"/>
                  </a:moveTo>
                  <a:cubicBezTo>
                    <a:pt x="306854" y="602038"/>
                    <a:pt x="365274" y="585528"/>
                    <a:pt x="456714" y="533458"/>
                  </a:cubicBezTo>
                  <a:cubicBezTo>
                    <a:pt x="633244" y="433128"/>
                    <a:pt x="1085364" y="35618"/>
                    <a:pt x="1180614" y="3868"/>
                  </a:cubicBezTo>
                  <a:cubicBezTo>
                    <a:pt x="1200934" y="-2482"/>
                    <a:pt x="1209824" y="58"/>
                    <a:pt x="1222524" y="3868"/>
                  </a:cubicBezTo>
                  <a:cubicBezTo>
                    <a:pt x="1233954" y="7678"/>
                    <a:pt x="1247924" y="17838"/>
                    <a:pt x="1255544" y="29268"/>
                  </a:cubicBezTo>
                  <a:cubicBezTo>
                    <a:pt x="1261894" y="39428"/>
                    <a:pt x="1266974" y="55938"/>
                    <a:pt x="1265704" y="68638"/>
                  </a:cubicBezTo>
                  <a:cubicBezTo>
                    <a:pt x="1265704" y="81338"/>
                    <a:pt x="1259354" y="97848"/>
                    <a:pt x="1250464" y="106738"/>
                  </a:cubicBezTo>
                  <a:cubicBezTo>
                    <a:pt x="1242844" y="116898"/>
                    <a:pt x="1228874" y="127058"/>
                    <a:pt x="1214904" y="128328"/>
                  </a:cubicBezTo>
                  <a:cubicBezTo>
                    <a:pt x="1198394" y="130868"/>
                    <a:pt x="1169184" y="124518"/>
                    <a:pt x="1156484" y="113088"/>
                  </a:cubicBezTo>
                  <a:cubicBezTo>
                    <a:pt x="1143784" y="100388"/>
                    <a:pt x="1136164" y="71178"/>
                    <a:pt x="1137434" y="54668"/>
                  </a:cubicBezTo>
                  <a:cubicBezTo>
                    <a:pt x="1138704" y="40698"/>
                    <a:pt x="1147594" y="26728"/>
                    <a:pt x="1156484" y="17838"/>
                  </a:cubicBezTo>
                  <a:cubicBezTo>
                    <a:pt x="1166644" y="8948"/>
                    <a:pt x="1180614" y="1328"/>
                    <a:pt x="1194584" y="1328"/>
                  </a:cubicBezTo>
                  <a:cubicBezTo>
                    <a:pt x="1211094" y="58"/>
                    <a:pt x="1239034" y="11488"/>
                    <a:pt x="1250464" y="22918"/>
                  </a:cubicBezTo>
                  <a:cubicBezTo>
                    <a:pt x="1260624" y="33078"/>
                    <a:pt x="1266974" y="48318"/>
                    <a:pt x="1265704" y="62288"/>
                  </a:cubicBezTo>
                  <a:cubicBezTo>
                    <a:pt x="1265704" y="78798"/>
                    <a:pt x="1260624" y="92768"/>
                    <a:pt x="1240304" y="116898"/>
                  </a:cubicBezTo>
                  <a:cubicBezTo>
                    <a:pt x="1164104" y="209608"/>
                    <a:pt x="687854" y="544888"/>
                    <a:pt x="507514" y="649028"/>
                  </a:cubicBezTo>
                  <a:cubicBezTo>
                    <a:pt x="410994" y="703638"/>
                    <a:pt x="348764" y="723958"/>
                    <a:pt x="272564" y="751898"/>
                  </a:cubicBezTo>
                  <a:cubicBezTo>
                    <a:pt x="203984" y="777298"/>
                    <a:pt x="115084" y="814128"/>
                    <a:pt x="71904" y="814128"/>
                  </a:cubicBezTo>
                  <a:cubicBezTo>
                    <a:pt x="50314" y="814128"/>
                    <a:pt x="37614" y="807778"/>
                    <a:pt x="24914" y="798888"/>
                  </a:cubicBezTo>
                  <a:cubicBezTo>
                    <a:pt x="13484" y="788728"/>
                    <a:pt x="3324" y="772218"/>
                    <a:pt x="784" y="756978"/>
                  </a:cubicBezTo>
                  <a:cubicBezTo>
                    <a:pt x="-1756" y="741738"/>
                    <a:pt x="2054" y="722688"/>
                    <a:pt x="9674" y="708718"/>
                  </a:cubicBezTo>
                  <a:cubicBezTo>
                    <a:pt x="17294" y="696018"/>
                    <a:pt x="49044" y="679508"/>
                    <a:pt x="49044" y="6795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68521" y="2489284"/>
            <a:ext cx="663928" cy="645934"/>
            <a:chOff x="0" y="0"/>
            <a:chExt cx="923225" cy="898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29185" y="231458"/>
            <a:ext cx="972502" cy="748665"/>
            <a:chOff x="0" y="0"/>
            <a:chExt cx="1296670" cy="9982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6990" y="47274"/>
              <a:ext cx="1198922" cy="903491"/>
            </a:xfrm>
            <a:custGeom>
              <a:avLst/>
              <a:gdLst/>
              <a:ahLst/>
              <a:cxnLst/>
              <a:rect r="r" b="b" t="t" l="l"/>
              <a:pathLst>
                <a:path h="903491" w="1198922">
                  <a:moveTo>
                    <a:pt x="36830" y="779496"/>
                  </a:moveTo>
                  <a:cubicBezTo>
                    <a:pt x="633730" y="432786"/>
                    <a:pt x="811530" y="318486"/>
                    <a:pt x="910590" y="234666"/>
                  </a:cubicBezTo>
                  <a:cubicBezTo>
                    <a:pt x="972820" y="182596"/>
                    <a:pt x="1019810" y="133066"/>
                    <a:pt x="1047750" y="93696"/>
                  </a:cubicBezTo>
                  <a:cubicBezTo>
                    <a:pt x="1064260" y="69566"/>
                    <a:pt x="1066800" y="46706"/>
                    <a:pt x="1079500" y="30196"/>
                  </a:cubicBezTo>
                  <a:cubicBezTo>
                    <a:pt x="1088390" y="18766"/>
                    <a:pt x="1097280" y="8606"/>
                    <a:pt x="1109980" y="3526"/>
                  </a:cubicBezTo>
                  <a:cubicBezTo>
                    <a:pt x="1125220" y="-1554"/>
                    <a:pt x="1154430" y="986"/>
                    <a:pt x="1169670" y="8606"/>
                  </a:cubicBezTo>
                  <a:cubicBezTo>
                    <a:pt x="1181100" y="14956"/>
                    <a:pt x="1189990" y="28926"/>
                    <a:pt x="1195070" y="40356"/>
                  </a:cubicBezTo>
                  <a:cubicBezTo>
                    <a:pt x="1198880" y="53056"/>
                    <a:pt x="1200150" y="69566"/>
                    <a:pt x="1196340" y="80996"/>
                  </a:cubicBezTo>
                  <a:cubicBezTo>
                    <a:pt x="1192530" y="93696"/>
                    <a:pt x="1182370" y="107666"/>
                    <a:pt x="1172210" y="114016"/>
                  </a:cubicBezTo>
                  <a:cubicBezTo>
                    <a:pt x="1160780" y="121636"/>
                    <a:pt x="1146810" y="127986"/>
                    <a:pt x="1132840" y="126716"/>
                  </a:cubicBezTo>
                  <a:cubicBezTo>
                    <a:pt x="1116330" y="124176"/>
                    <a:pt x="1090930" y="110206"/>
                    <a:pt x="1080770" y="96236"/>
                  </a:cubicBezTo>
                  <a:cubicBezTo>
                    <a:pt x="1073150" y="86076"/>
                    <a:pt x="1069340" y="70836"/>
                    <a:pt x="1071880" y="56866"/>
                  </a:cubicBezTo>
                  <a:cubicBezTo>
                    <a:pt x="1074420" y="40356"/>
                    <a:pt x="1088390" y="14956"/>
                    <a:pt x="1103630" y="7336"/>
                  </a:cubicBezTo>
                  <a:cubicBezTo>
                    <a:pt x="1118870" y="-1554"/>
                    <a:pt x="1148080" y="-2824"/>
                    <a:pt x="1163320" y="6066"/>
                  </a:cubicBezTo>
                  <a:cubicBezTo>
                    <a:pt x="1179830" y="13686"/>
                    <a:pt x="1195070" y="37816"/>
                    <a:pt x="1197610" y="54326"/>
                  </a:cubicBezTo>
                  <a:cubicBezTo>
                    <a:pt x="1201420" y="67026"/>
                    <a:pt x="1196340" y="78456"/>
                    <a:pt x="1189990" y="93696"/>
                  </a:cubicBezTo>
                  <a:cubicBezTo>
                    <a:pt x="1181100" y="117826"/>
                    <a:pt x="1162050" y="149576"/>
                    <a:pt x="1136650" y="181326"/>
                  </a:cubicBezTo>
                  <a:cubicBezTo>
                    <a:pt x="1098550" y="227046"/>
                    <a:pt x="1036320" y="282926"/>
                    <a:pt x="974090" y="333726"/>
                  </a:cubicBezTo>
                  <a:cubicBezTo>
                    <a:pt x="901700" y="394686"/>
                    <a:pt x="821690" y="450566"/>
                    <a:pt x="720090" y="517876"/>
                  </a:cubicBezTo>
                  <a:cubicBezTo>
                    <a:pt x="580390" y="613126"/>
                    <a:pt x="317500" y="780766"/>
                    <a:pt x="208280" y="842996"/>
                  </a:cubicBezTo>
                  <a:cubicBezTo>
                    <a:pt x="157480" y="870936"/>
                    <a:pt x="129540" y="892526"/>
                    <a:pt x="96520" y="898876"/>
                  </a:cubicBezTo>
                  <a:cubicBezTo>
                    <a:pt x="73660" y="905226"/>
                    <a:pt x="49530" y="905226"/>
                    <a:pt x="34290" y="897606"/>
                  </a:cubicBezTo>
                  <a:cubicBezTo>
                    <a:pt x="20320" y="891256"/>
                    <a:pt x="8890" y="876016"/>
                    <a:pt x="3810" y="862046"/>
                  </a:cubicBezTo>
                  <a:cubicBezTo>
                    <a:pt x="-1270" y="848076"/>
                    <a:pt x="-1270" y="827756"/>
                    <a:pt x="3810" y="815056"/>
                  </a:cubicBezTo>
                  <a:cubicBezTo>
                    <a:pt x="10160" y="801086"/>
                    <a:pt x="36830" y="779496"/>
                    <a:pt x="36830" y="77949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315396" y="3447591"/>
            <a:ext cx="663928" cy="645934"/>
            <a:chOff x="0" y="0"/>
            <a:chExt cx="923225" cy="8982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48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>
            <a:off x="15038665" y="3037222"/>
            <a:ext cx="430180" cy="5941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1" id="71"/>
          <p:cNvGrpSpPr/>
          <p:nvPr/>
        </p:nvGrpSpPr>
        <p:grpSpPr>
          <a:xfrm rot="0">
            <a:off x="13668375" y="156210"/>
            <a:ext cx="698182" cy="810578"/>
            <a:chOff x="0" y="0"/>
            <a:chExt cx="930910" cy="10807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0" y="50606"/>
              <a:ext cx="829310" cy="979600"/>
            </a:xfrm>
            <a:custGeom>
              <a:avLst/>
              <a:gdLst/>
              <a:ahLst/>
              <a:cxnLst/>
              <a:rect r="r" b="b" t="t" l="l"/>
              <a:pathLst>
                <a:path h="979600" w="829310">
                  <a:moveTo>
                    <a:pt x="17780" y="862524"/>
                  </a:moveTo>
                  <a:cubicBezTo>
                    <a:pt x="406400" y="416754"/>
                    <a:pt x="621030" y="95444"/>
                    <a:pt x="703580" y="29404"/>
                  </a:cubicBezTo>
                  <a:cubicBezTo>
                    <a:pt x="728980" y="9084"/>
                    <a:pt x="744220" y="1464"/>
                    <a:pt x="762000" y="194"/>
                  </a:cubicBezTo>
                  <a:cubicBezTo>
                    <a:pt x="777240" y="194"/>
                    <a:pt x="793750" y="6544"/>
                    <a:pt x="803910" y="16704"/>
                  </a:cubicBezTo>
                  <a:cubicBezTo>
                    <a:pt x="817880" y="29404"/>
                    <a:pt x="829310" y="58614"/>
                    <a:pt x="829310" y="77664"/>
                  </a:cubicBezTo>
                  <a:cubicBezTo>
                    <a:pt x="829310" y="91634"/>
                    <a:pt x="820420" y="108144"/>
                    <a:pt x="811530" y="118304"/>
                  </a:cubicBezTo>
                  <a:cubicBezTo>
                    <a:pt x="801370" y="128464"/>
                    <a:pt x="787400" y="138624"/>
                    <a:pt x="772160" y="139894"/>
                  </a:cubicBezTo>
                  <a:cubicBezTo>
                    <a:pt x="754380" y="141164"/>
                    <a:pt x="723900" y="131004"/>
                    <a:pt x="709930" y="119574"/>
                  </a:cubicBezTo>
                  <a:cubicBezTo>
                    <a:pt x="698500" y="109414"/>
                    <a:pt x="692150" y="92904"/>
                    <a:pt x="689610" y="78934"/>
                  </a:cubicBezTo>
                  <a:cubicBezTo>
                    <a:pt x="688340" y="64964"/>
                    <a:pt x="690880" y="47184"/>
                    <a:pt x="698500" y="35754"/>
                  </a:cubicBezTo>
                  <a:cubicBezTo>
                    <a:pt x="709930" y="20514"/>
                    <a:pt x="736600" y="2734"/>
                    <a:pt x="754380" y="194"/>
                  </a:cubicBezTo>
                  <a:cubicBezTo>
                    <a:pt x="769620" y="-1076"/>
                    <a:pt x="786130" y="4004"/>
                    <a:pt x="798830" y="11624"/>
                  </a:cubicBezTo>
                  <a:cubicBezTo>
                    <a:pt x="810260" y="19244"/>
                    <a:pt x="821690" y="33214"/>
                    <a:pt x="825500" y="47184"/>
                  </a:cubicBezTo>
                  <a:cubicBezTo>
                    <a:pt x="830580" y="64964"/>
                    <a:pt x="828040" y="86554"/>
                    <a:pt x="816610" y="111954"/>
                  </a:cubicBezTo>
                  <a:cubicBezTo>
                    <a:pt x="792480" y="161484"/>
                    <a:pt x="702310" y="224984"/>
                    <a:pt x="640080" y="299914"/>
                  </a:cubicBezTo>
                  <a:cubicBezTo>
                    <a:pt x="558800" y="396434"/>
                    <a:pt x="466090" y="538674"/>
                    <a:pt x="377190" y="650434"/>
                  </a:cubicBezTo>
                  <a:cubicBezTo>
                    <a:pt x="293370" y="757114"/>
                    <a:pt x="176530" y="912054"/>
                    <a:pt x="124460" y="955234"/>
                  </a:cubicBezTo>
                  <a:cubicBezTo>
                    <a:pt x="105410" y="970474"/>
                    <a:pt x="95250" y="976824"/>
                    <a:pt x="80010" y="979364"/>
                  </a:cubicBezTo>
                  <a:cubicBezTo>
                    <a:pt x="64770" y="980634"/>
                    <a:pt x="44450" y="976824"/>
                    <a:pt x="31750" y="966664"/>
                  </a:cubicBezTo>
                  <a:cubicBezTo>
                    <a:pt x="16510" y="956504"/>
                    <a:pt x="1270" y="928564"/>
                    <a:pt x="0" y="909514"/>
                  </a:cubicBezTo>
                  <a:cubicBezTo>
                    <a:pt x="0" y="893004"/>
                    <a:pt x="17780" y="862524"/>
                    <a:pt x="17780" y="86252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015436" y="8935333"/>
            <a:ext cx="663928" cy="645934"/>
            <a:chOff x="0" y="0"/>
            <a:chExt cx="923225" cy="89820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>
            <a:off x="12997094" y="8535669"/>
            <a:ext cx="178911" cy="5331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7" id="77"/>
          <p:cNvGrpSpPr/>
          <p:nvPr/>
        </p:nvGrpSpPr>
        <p:grpSpPr>
          <a:xfrm rot="0">
            <a:off x="14524673" y="340995"/>
            <a:ext cx="668655" cy="691515"/>
            <a:chOff x="0" y="0"/>
            <a:chExt cx="891540" cy="9220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50711" y="50559"/>
              <a:ext cx="790221" cy="820661"/>
            </a:xfrm>
            <a:custGeom>
              <a:avLst/>
              <a:gdLst/>
              <a:ahLst/>
              <a:cxnLst/>
              <a:rect r="r" b="b" t="t" l="l"/>
              <a:pathLst>
                <a:path h="820661" w="790221">
                  <a:moveTo>
                    <a:pt x="11519" y="712711"/>
                  </a:moveTo>
                  <a:cubicBezTo>
                    <a:pt x="176619" y="503161"/>
                    <a:pt x="345529" y="331711"/>
                    <a:pt x="452209" y="227571"/>
                  </a:cubicBezTo>
                  <a:cubicBezTo>
                    <a:pt x="536029" y="146291"/>
                    <a:pt x="637629" y="45961"/>
                    <a:pt x="683349" y="16751"/>
                  </a:cubicBezTo>
                  <a:cubicBezTo>
                    <a:pt x="699859" y="5321"/>
                    <a:pt x="707479" y="1511"/>
                    <a:pt x="720179" y="241"/>
                  </a:cubicBezTo>
                  <a:cubicBezTo>
                    <a:pt x="732879" y="-1029"/>
                    <a:pt x="749389" y="2781"/>
                    <a:pt x="760819" y="10401"/>
                  </a:cubicBezTo>
                  <a:cubicBezTo>
                    <a:pt x="770979" y="16751"/>
                    <a:pt x="782409" y="28181"/>
                    <a:pt x="786219" y="40881"/>
                  </a:cubicBezTo>
                  <a:cubicBezTo>
                    <a:pt x="790029" y="57391"/>
                    <a:pt x="786219" y="86601"/>
                    <a:pt x="778599" y="100571"/>
                  </a:cubicBezTo>
                  <a:cubicBezTo>
                    <a:pt x="770979" y="112001"/>
                    <a:pt x="758279" y="122161"/>
                    <a:pt x="745579" y="124701"/>
                  </a:cubicBezTo>
                  <a:cubicBezTo>
                    <a:pt x="729069" y="128511"/>
                    <a:pt x="699859" y="123431"/>
                    <a:pt x="685889" y="113271"/>
                  </a:cubicBezTo>
                  <a:cubicBezTo>
                    <a:pt x="675729" y="105651"/>
                    <a:pt x="666839" y="92951"/>
                    <a:pt x="664299" y="78981"/>
                  </a:cubicBezTo>
                  <a:cubicBezTo>
                    <a:pt x="661759" y="63741"/>
                    <a:pt x="666839" y="34531"/>
                    <a:pt x="678269" y="21831"/>
                  </a:cubicBezTo>
                  <a:cubicBezTo>
                    <a:pt x="689699" y="7861"/>
                    <a:pt x="717639" y="241"/>
                    <a:pt x="734149" y="241"/>
                  </a:cubicBezTo>
                  <a:cubicBezTo>
                    <a:pt x="748119" y="1511"/>
                    <a:pt x="762089" y="9131"/>
                    <a:pt x="770979" y="18021"/>
                  </a:cubicBezTo>
                  <a:cubicBezTo>
                    <a:pt x="779869" y="26911"/>
                    <a:pt x="787489" y="42151"/>
                    <a:pt x="788759" y="54851"/>
                  </a:cubicBezTo>
                  <a:cubicBezTo>
                    <a:pt x="791299" y="67551"/>
                    <a:pt x="791299" y="78981"/>
                    <a:pt x="782409" y="95491"/>
                  </a:cubicBezTo>
                  <a:cubicBezTo>
                    <a:pt x="755739" y="141211"/>
                    <a:pt x="624929" y="227571"/>
                    <a:pt x="539839" y="310121"/>
                  </a:cubicBezTo>
                  <a:cubicBezTo>
                    <a:pt x="435699" y="412991"/>
                    <a:pt x="282029" y="576821"/>
                    <a:pt x="205829" y="669531"/>
                  </a:cubicBezTo>
                  <a:cubicBezTo>
                    <a:pt x="162649" y="724141"/>
                    <a:pt x="141059" y="781291"/>
                    <a:pt x="111849" y="804151"/>
                  </a:cubicBezTo>
                  <a:cubicBezTo>
                    <a:pt x="95339" y="815581"/>
                    <a:pt x="81369" y="820661"/>
                    <a:pt x="66129" y="820661"/>
                  </a:cubicBezTo>
                  <a:cubicBezTo>
                    <a:pt x="50889" y="820661"/>
                    <a:pt x="33109" y="813041"/>
                    <a:pt x="21679" y="802881"/>
                  </a:cubicBezTo>
                  <a:cubicBezTo>
                    <a:pt x="10249" y="792721"/>
                    <a:pt x="1359" y="774941"/>
                    <a:pt x="89" y="759701"/>
                  </a:cubicBezTo>
                  <a:cubicBezTo>
                    <a:pt x="-1181" y="744461"/>
                    <a:pt x="11519" y="712711"/>
                    <a:pt x="11519" y="7127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3147460" y="2648795"/>
            <a:ext cx="3978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25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5443835" y="953"/>
            <a:ext cx="832485" cy="1011555"/>
            <a:chOff x="0" y="0"/>
            <a:chExt cx="1109980" cy="13487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022" y="50313"/>
              <a:ext cx="1008456" cy="1247788"/>
            </a:xfrm>
            <a:custGeom>
              <a:avLst/>
              <a:gdLst/>
              <a:ahLst/>
              <a:cxnLst/>
              <a:rect r="r" b="b" t="t" l="l"/>
              <a:pathLst>
                <a:path h="1247788" w="1008456">
                  <a:moveTo>
                    <a:pt x="8398" y="1140947"/>
                  </a:moveTo>
                  <a:cubicBezTo>
                    <a:pt x="154448" y="895837"/>
                    <a:pt x="178578" y="870437"/>
                    <a:pt x="215408" y="834877"/>
                  </a:cubicBezTo>
                  <a:cubicBezTo>
                    <a:pt x="262398" y="787887"/>
                    <a:pt x="346218" y="729467"/>
                    <a:pt x="391938" y="685017"/>
                  </a:cubicBezTo>
                  <a:cubicBezTo>
                    <a:pt x="423688" y="654537"/>
                    <a:pt x="435118" y="631677"/>
                    <a:pt x="468138" y="599927"/>
                  </a:cubicBezTo>
                  <a:cubicBezTo>
                    <a:pt x="517668" y="554207"/>
                    <a:pt x="604028" y="517377"/>
                    <a:pt x="663718" y="443717"/>
                  </a:cubicBezTo>
                  <a:cubicBezTo>
                    <a:pt x="747538" y="343387"/>
                    <a:pt x="837708" y="75417"/>
                    <a:pt x="885968" y="23347"/>
                  </a:cubicBezTo>
                  <a:cubicBezTo>
                    <a:pt x="901208" y="6837"/>
                    <a:pt x="910098" y="3027"/>
                    <a:pt x="924068" y="487"/>
                  </a:cubicBezTo>
                  <a:cubicBezTo>
                    <a:pt x="941848" y="-2053"/>
                    <a:pt x="972328" y="5567"/>
                    <a:pt x="986298" y="18267"/>
                  </a:cubicBezTo>
                  <a:cubicBezTo>
                    <a:pt x="1000268" y="30967"/>
                    <a:pt x="1007888" y="61447"/>
                    <a:pt x="1006618" y="79227"/>
                  </a:cubicBezTo>
                  <a:cubicBezTo>
                    <a:pt x="1005348" y="94467"/>
                    <a:pt x="996458" y="109707"/>
                    <a:pt x="986298" y="118597"/>
                  </a:cubicBezTo>
                  <a:cubicBezTo>
                    <a:pt x="976138" y="128757"/>
                    <a:pt x="960898" y="136377"/>
                    <a:pt x="945658" y="136377"/>
                  </a:cubicBezTo>
                  <a:cubicBezTo>
                    <a:pt x="927878" y="137647"/>
                    <a:pt x="898668" y="127487"/>
                    <a:pt x="885968" y="112247"/>
                  </a:cubicBezTo>
                  <a:cubicBezTo>
                    <a:pt x="873268" y="98277"/>
                    <a:pt x="869458" y="66527"/>
                    <a:pt x="871998" y="48747"/>
                  </a:cubicBezTo>
                  <a:cubicBezTo>
                    <a:pt x="875808" y="34777"/>
                    <a:pt x="884698" y="20807"/>
                    <a:pt x="897398" y="13187"/>
                  </a:cubicBezTo>
                  <a:cubicBezTo>
                    <a:pt x="912638" y="3027"/>
                    <a:pt x="944388" y="-2053"/>
                    <a:pt x="960898" y="3027"/>
                  </a:cubicBezTo>
                  <a:cubicBezTo>
                    <a:pt x="976138" y="6837"/>
                    <a:pt x="988838" y="18267"/>
                    <a:pt x="996458" y="29697"/>
                  </a:cubicBezTo>
                  <a:cubicBezTo>
                    <a:pt x="1004078" y="41127"/>
                    <a:pt x="1010428" y="52557"/>
                    <a:pt x="1007888" y="72877"/>
                  </a:cubicBezTo>
                  <a:cubicBezTo>
                    <a:pt x="1002808" y="123677"/>
                    <a:pt x="916448" y="258297"/>
                    <a:pt x="868188" y="343387"/>
                  </a:cubicBezTo>
                  <a:cubicBezTo>
                    <a:pt x="825008" y="420857"/>
                    <a:pt x="788178" y="502137"/>
                    <a:pt x="734838" y="561827"/>
                  </a:cubicBezTo>
                  <a:cubicBezTo>
                    <a:pt x="686578" y="615167"/>
                    <a:pt x="630698" y="635487"/>
                    <a:pt x="568468" y="690097"/>
                  </a:cubicBezTo>
                  <a:cubicBezTo>
                    <a:pt x="475758" y="770107"/>
                    <a:pt x="323358" y="902187"/>
                    <a:pt x="245888" y="1002517"/>
                  </a:cubicBezTo>
                  <a:cubicBezTo>
                    <a:pt x="187468" y="1078717"/>
                    <a:pt x="158258" y="1191747"/>
                    <a:pt x="121428" y="1226037"/>
                  </a:cubicBezTo>
                  <a:cubicBezTo>
                    <a:pt x="106188" y="1241277"/>
                    <a:pt x="92218" y="1246357"/>
                    <a:pt x="76978" y="1247627"/>
                  </a:cubicBezTo>
                  <a:cubicBezTo>
                    <a:pt x="60468" y="1248897"/>
                    <a:pt x="40148" y="1242547"/>
                    <a:pt x="27448" y="1233657"/>
                  </a:cubicBezTo>
                  <a:cubicBezTo>
                    <a:pt x="14748" y="1223497"/>
                    <a:pt x="3318" y="1205717"/>
                    <a:pt x="778" y="1190477"/>
                  </a:cubicBezTo>
                  <a:cubicBezTo>
                    <a:pt x="-3032" y="1175237"/>
                    <a:pt x="8398" y="1140947"/>
                    <a:pt x="8398" y="114094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5979324" y="4642284"/>
            <a:ext cx="663928" cy="645934"/>
            <a:chOff x="0" y="0"/>
            <a:chExt cx="923225" cy="89820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72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>
            <a:off x="15803624" y="4055577"/>
            <a:ext cx="337761" cy="6572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6" id="86"/>
          <p:cNvGrpSpPr/>
          <p:nvPr/>
        </p:nvGrpSpPr>
        <p:grpSpPr>
          <a:xfrm rot="0">
            <a:off x="16144875" y="253365"/>
            <a:ext cx="1067752" cy="774382"/>
            <a:chOff x="0" y="0"/>
            <a:chExt cx="1423670" cy="103251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638" y="50557"/>
              <a:ext cx="1322470" cy="931153"/>
            </a:xfrm>
            <a:custGeom>
              <a:avLst/>
              <a:gdLst/>
              <a:ahLst/>
              <a:cxnLst/>
              <a:rect r="r" b="b" t="t" l="l"/>
              <a:pathLst>
                <a:path h="931153" w="1322470">
                  <a:moveTo>
                    <a:pt x="39532" y="797803"/>
                  </a:moveTo>
                  <a:cubicBezTo>
                    <a:pt x="374812" y="608573"/>
                    <a:pt x="539912" y="459983"/>
                    <a:pt x="633892" y="397753"/>
                  </a:cubicBezTo>
                  <a:cubicBezTo>
                    <a:pt x="687232" y="362193"/>
                    <a:pt x="715172" y="357113"/>
                    <a:pt x="764702" y="324093"/>
                  </a:cubicBezTo>
                  <a:cubicBezTo>
                    <a:pt x="840902" y="272023"/>
                    <a:pt x="952662" y="162803"/>
                    <a:pt x="1035212" y="106923"/>
                  </a:cubicBezTo>
                  <a:cubicBezTo>
                    <a:pt x="1097442" y="65013"/>
                    <a:pt x="1167292" y="24373"/>
                    <a:pt x="1209202" y="9133"/>
                  </a:cubicBezTo>
                  <a:cubicBezTo>
                    <a:pt x="1228252" y="2783"/>
                    <a:pt x="1240952" y="-1027"/>
                    <a:pt x="1256192" y="243"/>
                  </a:cubicBezTo>
                  <a:cubicBezTo>
                    <a:pt x="1272702" y="2783"/>
                    <a:pt x="1290482" y="10403"/>
                    <a:pt x="1300642" y="23103"/>
                  </a:cubicBezTo>
                  <a:cubicBezTo>
                    <a:pt x="1313342" y="38343"/>
                    <a:pt x="1323502" y="72633"/>
                    <a:pt x="1320962" y="91683"/>
                  </a:cubicBezTo>
                  <a:cubicBezTo>
                    <a:pt x="1319692" y="108193"/>
                    <a:pt x="1308262" y="123433"/>
                    <a:pt x="1296832" y="134863"/>
                  </a:cubicBezTo>
                  <a:cubicBezTo>
                    <a:pt x="1285402" y="145023"/>
                    <a:pt x="1267622" y="153913"/>
                    <a:pt x="1251112" y="153913"/>
                  </a:cubicBezTo>
                  <a:cubicBezTo>
                    <a:pt x="1232062" y="152643"/>
                    <a:pt x="1199042" y="138673"/>
                    <a:pt x="1186342" y="124703"/>
                  </a:cubicBezTo>
                  <a:cubicBezTo>
                    <a:pt x="1174912" y="112003"/>
                    <a:pt x="1168562" y="94223"/>
                    <a:pt x="1168562" y="78983"/>
                  </a:cubicBezTo>
                  <a:cubicBezTo>
                    <a:pt x="1169832" y="58663"/>
                    <a:pt x="1183802" y="26913"/>
                    <a:pt x="1201582" y="14213"/>
                  </a:cubicBezTo>
                  <a:cubicBezTo>
                    <a:pt x="1219362" y="1513"/>
                    <a:pt x="1253652" y="-1027"/>
                    <a:pt x="1272702" y="5323"/>
                  </a:cubicBezTo>
                  <a:cubicBezTo>
                    <a:pt x="1289212" y="9133"/>
                    <a:pt x="1303182" y="23103"/>
                    <a:pt x="1310802" y="35803"/>
                  </a:cubicBezTo>
                  <a:cubicBezTo>
                    <a:pt x="1319692" y="48503"/>
                    <a:pt x="1323502" y="67553"/>
                    <a:pt x="1322232" y="84063"/>
                  </a:cubicBezTo>
                  <a:cubicBezTo>
                    <a:pt x="1320962" y="99303"/>
                    <a:pt x="1317152" y="113273"/>
                    <a:pt x="1303182" y="128513"/>
                  </a:cubicBezTo>
                  <a:cubicBezTo>
                    <a:pt x="1268892" y="165343"/>
                    <a:pt x="1166022" y="189473"/>
                    <a:pt x="1069502" y="250433"/>
                  </a:cubicBezTo>
                  <a:cubicBezTo>
                    <a:pt x="887892" y="366003"/>
                    <a:pt x="509432" y="697473"/>
                    <a:pt x="321472" y="810503"/>
                  </a:cubicBezTo>
                  <a:cubicBezTo>
                    <a:pt x="218602" y="872733"/>
                    <a:pt x="119542" y="928613"/>
                    <a:pt x="68742" y="931153"/>
                  </a:cubicBezTo>
                  <a:cubicBezTo>
                    <a:pt x="48422" y="931153"/>
                    <a:pt x="34452" y="922263"/>
                    <a:pt x="23022" y="912103"/>
                  </a:cubicBezTo>
                  <a:cubicBezTo>
                    <a:pt x="11592" y="901943"/>
                    <a:pt x="2702" y="882893"/>
                    <a:pt x="162" y="867653"/>
                  </a:cubicBezTo>
                  <a:cubicBezTo>
                    <a:pt x="-1108" y="852413"/>
                    <a:pt x="5242" y="830823"/>
                    <a:pt x="14132" y="819393"/>
                  </a:cubicBezTo>
                  <a:cubicBezTo>
                    <a:pt x="19212" y="809233"/>
                    <a:pt x="39532" y="797803"/>
                    <a:pt x="39532" y="797803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8" id="88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096" y="330831"/>
            <a:ext cx="16666720" cy="4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5, 11, 3, 9, 18, 21, 33, 27, 35, 41, 36, 4, 8, 10, 20, 24, 48, 50, 25, 72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742" y="125730"/>
            <a:ext cx="721995" cy="698182"/>
            <a:chOff x="0" y="0"/>
            <a:chExt cx="962660" cy="930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048" y="50569"/>
              <a:ext cx="860977" cy="830031"/>
            </a:xfrm>
            <a:custGeom>
              <a:avLst/>
              <a:gdLst/>
              <a:ahLst/>
              <a:cxnLst/>
              <a:rect r="r" b="b" t="t" l="l"/>
              <a:pathLst>
                <a:path h="830031" w="860977">
                  <a:moveTo>
                    <a:pt x="832602" y="132311"/>
                  </a:moveTo>
                  <a:cubicBezTo>
                    <a:pt x="404612" y="489181"/>
                    <a:pt x="342382" y="617451"/>
                    <a:pt x="286502" y="679681"/>
                  </a:cubicBezTo>
                  <a:cubicBezTo>
                    <a:pt x="253482" y="715241"/>
                    <a:pt x="230622" y="731751"/>
                    <a:pt x="200142" y="755881"/>
                  </a:cubicBezTo>
                  <a:cubicBezTo>
                    <a:pt x="168392" y="781281"/>
                    <a:pt x="130292" y="816841"/>
                    <a:pt x="101082" y="825731"/>
                  </a:cubicBezTo>
                  <a:cubicBezTo>
                    <a:pt x="83302" y="832081"/>
                    <a:pt x="66792" y="830811"/>
                    <a:pt x="52822" y="825731"/>
                  </a:cubicBezTo>
                  <a:cubicBezTo>
                    <a:pt x="37582" y="820651"/>
                    <a:pt x="21072" y="810491"/>
                    <a:pt x="13452" y="796521"/>
                  </a:cubicBezTo>
                  <a:cubicBezTo>
                    <a:pt x="3292" y="778741"/>
                    <a:pt x="-518" y="744451"/>
                    <a:pt x="5832" y="725401"/>
                  </a:cubicBezTo>
                  <a:cubicBezTo>
                    <a:pt x="10912" y="708891"/>
                    <a:pt x="23612" y="696191"/>
                    <a:pt x="37582" y="687301"/>
                  </a:cubicBezTo>
                  <a:cubicBezTo>
                    <a:pt x="50282" y="679681"/>
                    <a:pt x="68062" y="674601"/>
                    <a:pt x="84572" y="677141"/>
                  </a:cubicBezTo>
                  <a:cubicBezTo>
                    <a:pt x="104892" y="680951"/>
                    <a:pt x="134102" y="700001"/>
                    <a:pt x="144262" y="717781"/>
                  </a:cubicBezTo>
                  <a:cubicBezTo>
                    <a:pt x="153152" y="731751"/>
                    <a:pt x="154422" y="750801"/>
                    <a:pt x="151882" y="766041"/>
                  </a:cubicBezTo>
                  <a:cubicBezTo>
                    <a:pt x="149342" y="781281"/>
                    <a:pt x="140452" y="797791"/>
                    <a:pt x="129022" y="809221"/>
                  </a:cubicBezTo>
                  <a:cubicBezTo>
                    <a:pt x="118862" y="819381"/>
                    <a:pt x="101082" y="828271"/>
                    <a:pt x="84572" y="829541"/>
                  </a:cubicBezTo>
                  <a:cubicBezTo>
                    <a:pt x="69332" y="830811"/>
                    <a:pt x="50282" y="828271"/>
                    <a:pt x="37582" y="819381"/>
                  </a:cubicBezTo>
                  <a:cubicBezTo>
                    <a:pt x="21072" y="807951"/>
                    <a:pt x="3292" y="777471"/>
                    <a:pt x="752" y="757151"/>
                  </a:cubicBezTo>
                  <a:cubicBezTo>
                    <a:pt x="-1788" y="741911"/>
                    <a:pt x="2022" y="726671"/>
                    <a:pt x="13452" y="710161"/>
                  </a:cubicBezTo>
                  <a:cubicBezTo>
                    <a:pt x="36312" y="678411"/>
                    <a:pt x="120132" y="647931"/>
                    <a:pt x="163312" y="603481"/>
                  </a:cubicBezTo>
                  <a:cubicBezTo>
                    <a:pt x="207762" y="557761"/>
                    <a:pt x="235702" y="489181"/>
                    <a:pt x="277612" y="437111"/>
                  </a:cubicBezTo>
                  <a:cubicBezTo>
                    <a:pt x="316982" y="387581"/>
                    <a:pt x="352542" y="352021"/>
                    <a:pt x="407152" y="299951"/>
                  </a:cubicBezTo>
                  <a:cubicBezTo>
                    <a:pt x="492242" y="219941"/>
                    <a:pt x="680202" y="49761"/>
                    <a:pt x="744972" y="15471"/>
                  </a:cubicBezTo>
                  <a:cubicBezTo>
                    <a:pt x="767832" y="2771"/>
                    <a:pt x="779262" y="-1039"/>
                    <a:pt x="794502" y="231"/>
                  </a:cubicBezTo>
                  <a:cubicBezTo>
                    <a:pt x="811012" y="1501"/>
                    <a:pt x="831332" y="10391"/>
                    <a:pt x="841492" y="23091"/>
                  </a:cubicBezTo>
                  <a:cubicBezTo>
                    <a:pt x="854192" y="37061"/>
                    <a:pt x="863082" y="68811"/>
                    <a:pt x="860542" y="87861"/>
                  </a:cubicBezTo>
                  <a:cubicBezTo>
                    <a:pt x="858002" y="104371"/>
                    <a:pt x="832602" y="132311"/>
                    <a:pt x="832602" y="1323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103299" cy="9258300"/>
          </a:xfrm>
          <a:custGeom>
            <a:avLst/>
            <a:gdLst/>
            <a:ahLst/>
            <a:cxnLst/>
            <a:rect r="r" b="b" t="t" l="l"/>
            <a:pathLst>
              <a:path h="9258300" w="16103299">
                <a:moveTo>
                  <a:pt x="0" y="0"/>
                </a:moveTo>
                <a:lnTo>
                  <a:pt x="16103299" y="0"/>
                </a:lnTo>
                <a:lnTo>
                  <a:pt x="1610329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42962" y="215265"/>
            <a:ext cx="693420" cy="670560"/>
            <a:chOff x="0" y="0"/>
            <a:chExt cx="924560" cy="894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05" y="49866"/>
              <a:ext cx="823315" cy="795910"/>
            </a:xfrm>
            <a:custGeom>
              <a:avLst/>
              <a:gdLst/>
              <a:ahLst/>
              <a:cxnLst/>
              <a:rect r="r" b="b" t="t" l="l"/>
              <a:pathLst>
                <a:path h="795910" w="823315">
                  <a:moveTo>
                    <a:pt x="801565" y="122854"/>
                  </a:moveTo>
                  <a:cubicBezTo>
                    <a:pt x="252925" y="705784"/>
                    <a:pt x="142435" y="778174"/>
                    <a:pt x="90365" y="792144"/>
                  </a:cubicBezTo>
                  <a:cubicBezTo>
                    <a:pt x="70045" y="798494"/>
                    <a:pt x="58615" y="795954"/>
                    <a:pt x="45915" y="790874"/>
                  </a:cubicBezTo>
                  <a:cubicBezTo>
                    <a:pt x="31945" y="785794"/>
                    <a:pt x="17975" y="774364"/>
                    <a:pt x="11625" y="761664"/>
                  </a:cubicBezTo>
                  <a:cubicBezTo>
                    <a:pt x="4005" y="750234"/>
                    <a:pt x="-1075" y="732454"/>
                    <a:pt x="195" y="718484"/>
                  </a:cubicBezTo>
                  <a:cubicBezTo>
                    <a:pt x="2735" y="704514"/>
                    <a:pt x="9085" y="688004"/>
                    <a:pt x="19245" y="677844"/>
                  </a:cubicBezTo>
                  <a:cubicBezTo>
                    <a:pt x="28135" y="667684"/>
                    <a:pt x="43375" y="657524"/>
                    <a:pt x="58615" y="656254"/>
                  </a:cubicBezTo>
                  <a:cubicBezTo>
                    <a:pt x="76395" y="654984"/>
                    <a:pt x="106875" y="662604"/>
                    <a:pt x="120845" y="676574"/>
                  </a:cubicBezTo>
                  <a:cubicBezTo>
                    <a:pt x="134815" y="690544"/>
                    <a:pt x="141165" y="721024"/>
                    <a:pt x="138625" y="740074"/>
                  </a:cubicBezTo>
                  <a:cubicBezTo>
                    <a:pt x="137355" y="754044"/>
                    <a:pt x="128465" y="769284"/>
                    <a:pt x="117035" y="778174"/>
                  </a:cubicBezTo>
                  <a:cubicBezTo>
                    <a:pt x="101795" y="788334"/>
                    <a:pt x="70045" y="795954"/>
                    <a:pt x="52265" y="793414"/>
                  </a:cubicBezTo>
                  <a:cubicBezTo>
                    <a:pt x="38295" y="790874"/>
                    <a:pt x="24325" y="779444"/>
                    <a:pt x="15435" y="768014"/>
                  </a:cubicBezTo>
                  <a:cubicBezTo>
                    <a:pt x="6545" y="757854"/>
                    <a:pt x="195" y="740074"/>
                    <a:pt x="195" y="726104"/>
                  </a:cubicBezTo>
                  <a:cubicBezTo>
                    <a:pt x="195" y="712134"/>
                    <a:pt x="1465" y="699434"/>
                    <a:pt x="14165" y="684194"/>
                  </a:cubicBezTo>
                  <a:cubicBezTo>
                    <a:pt x="44645" y="643554"/>
                    <a:pt x="166565" y="600374"/>
                    <a:pt x="246575" y="530524"/>
                  </a:cubicBezTo>
                  <a:cubicBezTo>
                    <a:pt x="353255" y="436544"/>
                    <a:pt x="491685" y="234614"/>
                    <a:pt x="579315" y="140634"/>
                  </a:cubicBezTo>
                  <a:cubicBezTo>
                    <a:pt x="632655" y="84754"/>
                    <a:pt x="677105" y="28874"/>
                    <a:pt x="713935" y="9824"/>
                  </a:cubicBezTo>
                  <a:cubicBezTo>
                    <a:pt x="732985" y="934"/>
                    <a:pt x="748225" y="-1606"/>
                    <a:pt x="764735" y="934"/>
                  </a:cubicBezTo>
                  <a:cubicBezTo>
                    <a:pt x="779975" y="3474"/>
                    <a:pt x="797755" y="14904"/>
                    <a:pt x="807915" y="27604"/>
                  </a:cubicBezTo>
                  <a:cubicBezTo>
                    <a:pt x="818075" y="40304"/>
                    <a:pt x="824425" y="60624"/>
                    <a:pt x="823155" y="75864"/>
                  </a:cubicBezTo>
                  <a:cubicBezTo>
                    <a:pt x="821885" y="92374"/>
                    <a:pt x="801565" y="122854"/>
                    <a:pt x="801565" y="12285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77352" y="313372"/>
            <a:ext cx="658178" cy="659130"/>
            <a:chOff x="0" y="0"/>
            <a:chExt cx="877570" cy="878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739" y="50800"/>
              <a:ext cx="775734" cy="777620"/>
            </a:xfrm>
            <a:custGeom>
              <a:avLst/>
              <a:gdLst/>
              <a:ahLst/>
              <a:cxnLst/>
              <a:rect r="r" b="b" t="t" l="l"/>
              <a:pathLst>
                <a:path h="777620" w="775734">
                  <a:moveTo>
                    <a:pt x="17841" y="654050"/>
                  </a:moveTo>
                  <a:cubicBezTo>
                    <a:pt x="311211" y="347980"/>
                    <a:pt x="335341" y="289560"/>
                    <a:pt x="393761" y="228600"/>
                  </a:cubicBezTo>
                  <a:cubicBezTo>
                    <a:pt x="464881" y="154940"/>
                    <a:pt x="599501" y="34290"/>
                    <a:pt x="663001" y="10160"/>
                  </a:cubicBezTo>
                  <a:cubicBezTo>
                    <a:pt x="692211" y="0"/>
                    <a:pt x="716341" y="1270"/>
                    <a:pt x="734121" y="8890"/>
                  </a:cubicBezTo>
                  <a:cubicBezTo>
                    <a:pt x="749361" y="13970"/>
                    <a:pt x="762061" y="29210"/>
                    <a:pt x="768411" y="43180"/>
                  </a:cubicBezTo>
                  <a:cubicBezTo>
                    <a:pt x="774761" y="55880"/>
                    <a:pt x="777301" y="76200"/>
                    <a:pt x="774761" y="90170"/>
                  </a:cubicBezTo>
                  <a:cubicBezTo>
                    <a:pt x="772221" y="105410"/>
                    <a:pt x="762061" y="123190"/>
                    <a:pt x="750631" y="133350"/>
                  </a:cubicBezTo>
                  <a:cubicBezTo>
                    <a:pt x="739201" y="143510"/>
                    <a:pt x="722691" y="152400"/>
                    <a:pt x="706181" y="152400"/>
                  </a:cubicBezTo>
                  <a:cubicBezTo>
                    <a:pt x="687131" y="152400"/>
                    <a:pt x="654111" y="139700"/>
                    <a:pt x="641411" y="123190"/>
                  </a:cubicBezTo>
                  <a:cubicBezTo>
                    <a:pt x="627441" y="107950"/>
                    <a:pt x="623631" y="73660"/>
                    <a:pt x="627441" y="53340"/>
                  </a:cubicBezTo>
                  <a:cubicBezTo>
                    <a:pt x="631251" y="38100"/>
                    <a:pt x="643951" y="22860"/>
                    <a:pt x="656651" y="13970"/>
                  </a:cubicBezTo>
                  <a:cubicBezTo>
                    <a:pt x="668081" y="5080"/>
                    <a:pt x="687131" y="0"/>
                    <a:pt x="702371" y="0"/>
                  </a:cubicBezTo>
                  <a:cubicBezTo>
                    <a:pt x="717611" y="1270"/>
                    <a:pt x="736661" y="7620"/>
                    <a:pt x="748091" y="17780"/>
                  </a:cubicBezTo>
                  <a:cubicBezTo>
                    <a:pt x="759521" y="26670"/>
                    <a:pt x="770951" y="41910"/>
                    <a:pt x="773491" y="58420"/>
                  </a:cubicBezTo>
                  <a:cubicBezTo>
                    <a:pt x="777301" y="77470"/>
                    <a:pt x="768411" y="113030"/>
                    <a:pt x="756981" y="127000"/>
                  </a:cubicBezTo>
                  <a:cubicBezTo>
                    <a:pt x="748091" y="137160"/>
                    <a:pt x="735391" y="132080"/>
                    <a:pt x="718881" y="143510"/>
                  </a:cubicBezTo>
                  <a:cubicBezTo>
                    <a:pt x="670621" y="173990"/>
                    <a:pt x="556321" y="280670"/>
                    <a:pt x="468691" y="368300"/>
                  </a:cubicBezTo>
                  <a:cubicBezTo>
                    <a:pt x="358201" y="478790"/>
                    <a:pt x="186751" y="721360"/>
                    <a:pt x="118171" y="763270"/>
                  </a:cubicBezTo>
                  <a:cubicBezTo>
                    <a:pt x="95311" y="777240"/>
                    <a:pt x="82611" y="778510"/>
                    <a:pt x="66101" y="777240"/>
                  </a:cubicBezTo>
                  <a:cubicBezTo>
                    <a:pt x="49591" y="774700"/>
                    <a:pt x="30541" y="764540"/>
                    <a:pt x="19111" y="753110"/>
                  </a:cubicBezTo>
                  <a:cubicBezTo>
                    <a:pt x="7681" y="740410"/>
                    <a:pt x="61" y="720090"/>
                    <a:pt x="61" y="703580"/>
                  </a:cubicBezTo>
                  <a:cubicBezTo>
                    <a:pt x="-1209" y="687070"/>
                    <a:pt x="17841" y="654050"/>
                    <a:pt x="17841" y="6540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372678" y="148590"/>
            <a:ext cx="816293" cy="695325"/>
            <a:chOff x="0" y="0"/>
            <a:chExt cx="1088390" cy="92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408" y="50800"/>
              <a:ext cx="985912" cy="825500"/>
            </a:xfrm>
            <a:custGeom>
              <a:avLst/>
              <a:gdLst/>
              <a:ahLst/>
              <a:cxnLst/>
              <a:rect r="r" b="b" t="t" l="l"/>
              <a:pathLst>
                <a:path h="825500" w="985912">
                  <a:moveTo>
                    <a:pt x="25792" y="694690"/>
                  </a:moveTo>
                  <a:cubicBezTo>
                    <a:pt x="889392" y="3810"/>
                    <a:pt x="894472" y="0"/>
                    <a:pt x="909712" y="0"/>
                  </a:cubicBezTo>
                  <a:cubicBezTo>
                    <a:pt x="928762" y="1270"/>
                    <a:pt x="959242" y="15240"/>
                    <a:pt x="971942" y="29210"/>
                  </a:cubicBezTo>
                  <a:cubicBezTo>
                    <a:pt x="982102" y="40640"/>
                    <a:pt x="985912" y="58420"/>
                    <a:pt x="985912" y="72390"/>
                  </a:cubicBezTo>
                  <a:cubicBezTo>
                    <a:pt x="985912" y="87630"/>
                    <a:pt x="980832" y="105410"/>
                    <a:pt x="970672" y="116840"/>
                  </a:cubicBezTo>
                  <a:cubicBezTo>
                    <a:pt x="957972" y="130810"/>
                    <a:pt x="927492" y="143510"/>
                    <a:pt x="908442" y="144780"/>
                  </a:cubicBezTo>
                  <a:cubicBezTo>
                    <a:pt x="893202" y="144780"/>
                    <a:pt x="877962" y="137160"/>
                    <a:pt x="866532" y="127000"/>
                  </a:cubicBezTo>
                  <a:cubicBezTo>
                    <a:pt x="855102" y="118110"/>
                    <a:pt x="844942" y="102870"/>
                    <a:pt x="842402" y="87630"/>
                  </a:cubicBezTo>
                  <a:cubicBezTo>
                    <a:pt x="839862" y="68580"/>
                    <a:pt x="850022" y="36830"/>
                    <a:pt x="861452" y="21590"/>
                  </a:cubicBezTo>
                  <a:cubicBezTo>
                    <a:pt x="871612" y="10160"/>
                    <a:pt x="886852" y="2540"/>
                    <a:pt x="902092" y="1270"/>
                  </a:cubicBezTo>
                  <a:cubicBezTo>
                    <a:pt x="921142" y="0"/>
                    <a:pt x="952892" y="10160"/>
                    <a:pt x="966862" y="22860"/>
                  </a:cubicBezTo>
                  <a:cubicBezTo>
                    <a:pt x="978292" y="33020"/>
                    <a:pt x="984642" y="49530"/>
                    <a:pt x="985912" y="64770"/>
                  </a:cubicBezTo>
                  <a:cubicBezTo>
                    <a:pt x="985912" y="83820"/>
                    <a:pt x="977022" y="105410"/>
                    <a:pt x="960512" y="128270"/>
                  </a:cubicBezTo>
                  <a:cubicBezTo>
                    <a:pt x="928762" y="170180"/>
                    <a:pt x="829702" y="242570"/>
                    <a:pt x="777632" y="274320"/>
                  </a:cubicBezTo>
                  <a:cubicBezTo>
                    <a:pt x="744612" y="295910"/>
                    <a:pt x="728102" y="290830"/>
                    <a:pt x="687462" y="316230"/>
                  </a:cubicBezTo>
                  <a:cubicBezTo>
                    <a:pt x="576972" y="388620"/>
                    <a:pt x="206132" y="759460"/>
                    <a:pt x="117232" y="808990"/>
                  </a:cubicBezTo>
                  <a:cubicBezTo>
                    <a:pt x="94372" y="822960"/>
                    <a:pt x="84212" y="825500"/>
                    <a:pt x="67702" y="825500"/>
                  </a:cubicBezTo>
                  <a:cubicBezTo>
                    <a:pt x="52462" y="824230"/>
                    <a:pt x="32142" y="816610"/>
                    <a:pt x="20712" y="803910"/>
                  </a:cubicBezTo>
                  <a:cubicBezTo>
                    <a:pt x="8012" y="789940"/>
                    <a:pt x="-2148" y="759460"/>
                    <a:pt x="392" y="740410"/>
                  </a:cubicBezTo>
                  <a:cubicBezTo>
                    <a:pt x="1662" y="722630"/>
                    <a:pt x="25792" y="694690"/>
                    <a:pt x="25792" y="69469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127058" y="225742"/>
            <a:ext cx="787718" cy="711518"/>
            <a:chOff x="0" y="0"/>
            <a:chExt cx="105029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37" y="49082"/>
              <a:ext cx="948712" cy="849329"/>
            </a:xfrm>
            <a:custGeom>
              <a:avLst/>
              <a:gdLst/>
              <a:ahLst/>
              <a:cxnLst/>
              <a:rect r="r" b="b" t="t" l="l"/>
              <a:pathLst>
                <a:path h="849329" w="948712">
                  <a:moveTo>
                    <a:pt x="38263" y="717998"/>
                  </a:moveTo>
                  <a:cubicBezTo>
                    <a:pt x="252893" y="598618"/>
                    <a:pt x="492923" y="400498"/>
                    <a:pt x="602143" y="305248"/>
                  </a:cubicBezTo>
                  <a:cubicBezTo>
                    <a:pt x="668183" y="246828"/>
                    <a:pt x="711363" y="208728"/>
                    <a:pt x="753273" y="156658"/>
                  </a:cubicBezTo>
                  <a:cubicBezTo>
                    <a:pt x="791373" y="109668"/>
                    <a:pt x="812963" y="25848"/>
                    <a:pt x="847253" y="6798"/>
                  </a:cubicBezTo>
                  <a:cubicBezTo>
                    <a:pt x="867573" y="-4632"/>
                    <a:pt x="895513" y="448"/>
                    <a:pt x="912023" y="6798"/>
                  </a:cubicBezTo>
                  <a:cubicBezTo>
                    <a:pt x="925993" y="13148"/>
                    <a:pt x="936153" y="27118"/>
                    <a:pt x="942503" y="39818"/>
                  </a:cubicBezTo>
                  <a:cubicBezTo>
                    <a:pt x="947583" y="52518"/>
                    <a:pt x="951393" y="70298"/>
                    <a:pt x="946313" y="84268"/>
                  </a:cubicBezTo>
                  <a:cubicBezTo>
                    <a:pt x="941233" y="100778"/>
                    <a:pt x="922183" y="126178"/>
                    <a:pt x="904403" y="132528"/>
                  </a:cubicBezTo>
                  <a:cubicBezTo>
                    <a:pt x="885353" y="140148"/>
                    <a:pt x="854873" y="136338"/>
                    <a:pt x="839633" y="124908"/>
                  </a:cubicBezTo>
                  <a:cubicBezTo>
                    <a:pt x="823123" y="114748"/>
                    <a:pt x="810423" y="85538"/>
                    <a:pt x="809153" y="67758"/>
                  </a:cubicBezTo>
                  <a:cubicBezTo>
                    <a:pt x="807883" y="52518"/>
                    <a:pt x="815503" y="37278"/>
                    <a:pt x="824393" y="25848"/>
                  </a:cubicBezTo>
                  <a:cubicBezTo>
                    <a:pt x="832013" y="14418"/>
                    <a:pt x="845983" y="4258"/>
                    <a:pt x="861223" y="1718"/>
                  </a:cubicBezTo>
                  <a:cubicBezTo>
                    <a:pt x="879003" y="-2092"/>
                    <a:pt x="909483" y="2988"/>
                    <a:pt x="924723" y="15688"/>
                  </a:cubicBezTo>
                  <a:cubicBezTo>
                    <a:pt x="938693" y="28388"/>
                    <a:pt x="946313" y="52518"/>
                    <a:pt x="947583" y="76648"/>
                  </a:cubicBezTo>
                  <a:cubicBezTo>
                    <a:pt x="950123" y="108398"/>
                    <a:pt x="941233" y="157928"/>
                    <a:pt x="918373" y="192218"/>
                  </a:cubicBezTo>
                  <a:cubicBezTo>
                    <a:pt x="889163" y="236668"/>
                    <a:pt x="810423" y="268418"/>
                    <a:pt x="767243" y="306518"/>
                  </a:cubicBezTo>
                  <a:cubicBezTo>
                    <a:pt x="732953" y="338268"/>
                    <a:pt x="721523" y="362398"/>
                    <a:pt x="678343" y="403038"/>
                  </a:cubicBezTo>
                  <a:cubicBezTo>
                    <a:pt x="584363" y="490668"/>
                    <a:pt x="316393" y="716728"/>
                    <a:pt x="212253" y="785308"/>
                  </a:cubicBezTo>
                  <a:cubicBezTo>
                    <a:pt x="163993" y="817058"/>
                    <a:pt x="130973" y="833568"/>
                    <a:pt x="100493" y="842458"/>
                  </a:cubicBezTo>
                  <a:cubicBezTo>
                    <a:pt x="81443" y="848808"/>
                    <a:pt x="66203" y="851348"/>
                    <a:pt x="50963" y="847538"/>
                  </a:cubicBezTo>
                  <a:cubicBezTo>
                    <a:pt x="36993" y="843728"/>
                    <a:pt x="19213" y="829758"/>
                    <a:pt x="11593" y="819598"/>
                  </a:cubicBezTo>
                  <a:cubicBezTo>
                    <a:pt x="3973" y="809438"/>
                    <a:pt x="163" y="799278"/>
                    <a:pt x="163" y="787848"/>
                  </a:cubicBezTo>
                  <a:cubicBezTo>
                    <a:pt x="-1107" y="773878"/>
                    <a:pt x="5243" y="752288"/>
                    <a:pt x="12863" y="739588"/>
                  </a:cubicBezTo>
                  <a:cubicBezTo>
                    <a:pt x="19213" y="730698"/>
                    <a:pt x="38263" y="717998"/>
                    <a:pt x="38263" y="71799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56685" y="254317"/>
            <a:ext cx="971550" cy="752475"/>
            <a:chOff x="0" y="0"/>
            <a:chExt cx="1295400" cy="1003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236" y="50103"/>
              <a:ext cx="1193992" cy="902877"/>
            </a:xfrm>
            <a:custGeom>
              <a:avLst/>
              <a:gdLst/>
              <a:ahLst/>
              <a:cxnLst/>
              <a:rect r="r" b="b" t="t" l="l"/>
              <a:pathLst>
                <a:path h="902877" w="1193992">
                  <a:moveTo>
                    <a:pt x="32314" y="783017"/>
                  </a:moveTo>
                  <a:cubicBezTo>
                    <a:pt x="568254" y="449007"/>
                    <a:pt x="696524" y="363917"/>
                    <a:pt x="810824" y="273747"/>
                  </a:cubicBezTo>
                  <a:cubicBezTo>
                    <a:pt x="917504" y="188657"/>
                    <a:pt x="1052124" y="31177"/>
                    <a:pt x="1108004" y="5777"/>
                  </a:cubicBezTo>
                  <a:cubicBezTo>
                    <a:pt x="1124514" y="-1843"/>
                    <a:pt x="1134674" y="-573"/>
                    <a:pt x="1146104" y="1967"/>
                  </a:cubicBezTo>
                  <a:cubicBezTo>
                    <a:pt x="1157534" y="4507"/>
                    <a:pt x="1171504" y="12127"/>
                    <a:pt x="1179124" y="22287"/>
                  </a:cubicBezTo>
                  <a:cubicBezTo>
                    <a:pt x="1188014" y="34987"/>
                    <a:pt x="1194364" y="62927"/>
                    <a:pt x="1191824" y="78167"/>
                  </a:cubicBezTo>
                  <a:cubicBezTo>
                    <a:pt x="1189284" y="90867"/>
                    <a:pt x="1179124" y="102297"/>
                    <a:pt x="1168964" y="109917"/>
                  </a:cubicBezTo>
                  <a:cubicBezTo>
                    <a:pt x="1160074" y="117537"/>
                    <a:pt x="1144834" y="123887"/>
                    <a:pt x="1132134" y="122617"/>
                  </a:cubicBezTo>
                  <a:cubicBezTo>
                    <a:pt x="1116894" y="121347"/>
                    <a:pt x="1091494" y="109917"/>
                    <a:pt x="1082604" y="95947"/>
                  </a:cubicBezTo>
                  <a:cubicBezTo>
                    <a:pt x="1072444" y="81977"/>
                    <a:pt x="1071174" y="54037"/>
                    <a:pt x="1076254" y="38797"/>
                  </a:cubicBezTo>
                  <a:cubicBezTo>
                    <a:pt x="1080064" y="26097"/>
                    <a:pt x="1091494" y="15937"/>
                    <a:pt x="1101654" y="9587"/>
                  </a:cubicBezTo>
                  <a:cubicBezTo>
                    <a:pt x="1111814" y="3237"/>
                    <a:pt x="1127054" y="-573"/>
                    <a:pt x="1139754" y="697"/>
                  </a:cubicBezTo>
                  <a:cubicBezTo>
                    <a:pt x="1151184" y="1967"/>
                    <a:pt x="1166424" y="9587"/>
                    <a:pt x="1175314" y="17207"/>
                  </a:cubicBezTo>
                  <a:cubicBezTo>
                    <a:pt x="1184204" y="26097"/>
                    <a:pt x="1190554" y="40067"/>
                    <a:pt x="1193094" y="51497"/>
                  </a:cubicBezTo>
                  <a:cubicBezTo>
                    <a:pt x="1194364" y="64197"/>
                    <a:pt x="1195634" y="74357"/>
                    <a:pt x="1186744" y="90867"/>
                  </a:cubicBezTo>
                  <a:cubicBezTo>
                    <a:pt x="1156264" y="144207"/>
                    <a:pt x="978464" y="291527"/>
                    <a:pt x="878134" y="368997"/>
                  </a:cubicBezTo>
                  <a:cubicBezTo>
                    <a:pt x="793044" y="435037"/>
                    <a:pt x="696524" y="484567"/>
                    <a:pt x="629214" y="534097"/>
                  </a:cubicBezTo>
                  <a:cubicBezTo>
                    <a:pt x="579684" y="570927"/>
                    <a:pt x="559364" y="595057"/>
                    <a:pt x="504754" y="634427"/>
                  </a:cubicBezTo>
                  <a:cubicBezTo>
                    <a:pt x="409504" y="703007"/>
                    <a:pt x="165664" y="868107"/>
                    <a:pt x="95814" y="894777"/>
                  </a:cubicBezTo>
                  <a:cubicBezTo>
                    <a:pt x="75494" y="902397"/>
                    <a:pt x="65334" y="904937"/>
                    <a:pt x="51364" y="901127"/>
                  </a:cubicBezTo>
                  <a:cubicBezTo>
                    <a:pt x="37394" y="898587"/>
                    <a:pt x="20884" y="888427"/>
                    <a:pt x="13264" y="876997"/>
                  </a:cubicBezTo>
                  <a:cubicBezTo>
                    <a:pt x="4374" y="865567"/>
                    <a:pt x="-1976" y="847787"/>
                    <a:pt x="564" y="832547"/>
                  </a:cubicBezTo>
                  <a:cubicBezTo>
                    <a:pt x="3104" y="816037"/>
                    <a:pt x="32314" y="783017"/>
                    <a:pt x="32314" y="78301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3488" y="221933"/>
            <a:ext cx="767715" cy="863918"/>
            <a:chOff x="0" y="0"/>
            <a:chExt cx="1023620" cy="1151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43" y="50703"/>
              <a:ext cx="921114" cy="1049764"/>
            </a:xfrm>
            <a:custGeom>
              <a:avLst/>
              <a:gdLst/>
              <a:ahLst/>
              <a:cxnLst/>
              <a:rect r="r" b="b" t="t" l="l"/>
              <a:pathLst>
                <a:path h="1049764" w="921114">
                  <a:moveTo>
                    <a:pt x="19107" y="929737"/>
                  </a:moveTo>
                  <a:cubicBezTo>
                    <a:pt x="551237" y="327757"/>
                    <a:pt x="547427" y="312517"/>
                    <a:pt x="571557" y="275687"/>
                  </a:cubicBezTo>
                  <a:cubicBezTo>
                    <a:pt x="613467" y="214727"/>
                    <a:pt x="715067" y="94077"/>
                    <a:pt x="763327" y="49627"/>
                  </a:cubicBezTo>
                  <a:cubicBezTo>
                    <a:pt x="787457" y="26767"/>
                    <a:pt x="801427" y="10257"/>
                    <a:pt x="823017" y="3907"/>
                  </a:cubicBezTo>
                  <a:cubicBezTo>
                    <a:pt x="843337" y="-1173"/>
                    <a:pt x="873817" y="1367"/>
                    <a:pt x="890327" y="12797"/>
                  </a:cubicBezTo>
                  <a:cubicBezTo>
                    <a:pt x="906837" y="24227"/>
                    <a:pt x="919537" y="54707"/>
                    <a:pt x="920807" y="72487"/>
                  </a:cubicBezTo>
                  <a:cubicBezTo>
                    <a:pt x="922077" y="88997"/>
                    <a:pt x="914457" y="105507"/>
                    <a:pt x="905567" y="116937"/>
                  </a:cubicBezTo>
                  <a:cubicBezTo>
                    <a:pt x="896677" y="128367"/>
                    <a:pt x="882707" y="139797"/>
                    <a:pt x="867467" y="142337"/>
                  </a:cubicBezTo>
                  <a:cubicBezTo>
                    <a:pt x="848417" y="144877"/>
                    <a:pt x="815397" y="139797"/>
                    <a:pt x="800157" y="125827"/>
                  </a:cubicBezTo>
                  <a:cubicBezTo>
                    <a:pt x="786187" y="113127"/>
                    <a:pt x="776027" y="81377"/>
                    <a:pt x="777297" y="62327"/>
                  </a:cubicBezTo>
                  <a:cubicBezTo>
                    <a:pt x="777297" y="47087"/>
                    <a:pt x="786187" y="31847"/>
                    <a:pt x="797617" y="20417"/>
                  </a:cubicBezTo>
                  <a:cubicBezTo>
                    <a:pt x="807777" y="10257"/>
                    <a:pt x="823017" y="1367"/>
                    <a:pt x="838257" y="97"/>
                  </a:cubicBezTo>
                  <a:cubicBezTo>
                    <a:pt x="857307" y="-1173"/>
                    <a:pt x="889057" y="10257"/>
                    <a:pt x="901757" y="22957"/>
                  </a:cubicBezTo>
                  <a:cubicBezTo>
                    <a:pt x="913187" y="33117"/>
                    <a:pt x="919537" y="50897"/>
                    <a:pt x="920807" y="64867"/>
                  </a:cubicBezTo>
                  <a:cubicBezTo>
                    <a:pt x="922077" y="80107"/>
                    <a:pt x="919537" y="95347"/>
                    <a:pt x="910647" y="110587"/>
                  </a:cubicBezTo>
                  <a:cubicBezTo>
                    <a:pt x="894137" y="135987"/>
                    <a:pt x="848417" y="151227"/>
                    <a:pt x="812857" y="189327"/>
                  </a:cubicBezTo>
                  <a:cubicBezTo>
                    <a:pt x="753167" y="250287"/>
                    <a:pt x="661727" y="405227"/>
                    <a:pt x="608387" y="462377"/>
                  </a:cubicBezTo>
                  <a:cubicBezTo>
                    <a:pt x="580447" y="492857"/>
                    <a:pt x="566477" y="495397"/>
                    <a:pt x="537267" y="525877"/>
                  </a:cubicBezTo>
                  <a:cubicBezTo>
                    <a:pt x="480117" y="585567"/>
                    <a:pt x="381057" y="730347"/>
                    <a:pt x="307397" y="819247"/>
                  </a:cubicBezTo>
                  <a:cubicBezTo>
                    <a:pt x="245167" y="895447"/>
                    <a:pt x="167697" y="993237"/>
                    <a:pt x="124517" y="1026257"/>
                  </a:cubicBezTo>
                  <a:cubicBezTo>
                    <a:pt x="106737" y="1040227"/>
                    <a:pt x="95307" y="1047847"/>
                    <a:pt x="80067" y="1049117"/>
                  </a:cubicBezTo>
                  <a:cubicBezTo>
                    <a:pt x="63557" y="1051657"/>
                    <a:pt x="43237" y="1046577"/>
                    <a:pt x="30537" y="1036417"/>
                  </a:cubicBezTo>
                  <a:cubicBezTo>
                    <a:pt x="15297" y="1024987"/>
                    <a:pt x="1327" y="995777"/>
                    <a:pt x="57" y="977997"/>
                  </a:cubicBezTo>
                  <a:cubicBezTo>
                    <a:pt x="-1213" y="961487"/>
                    <a:pt x="19107" y="929737"/>
                    <a:pt x="19107" y="92973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895975" y="127635"/>
            <a:ext cx="907732" cy="833438"/>
            <a:chOff x="0" y="0"/>
            <a:chExt cx="1210310" cy="1111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38" y="49611"/>
              <a:ext cx="1108914" cy="1011772"/>
            </a:xfrm>
            <a:custGeom>
              <a:avLst/>
              <a:gdLst/>
              <a:ahLst/>
              <a:cxnLst/>
              <a:rect r="r" b="b" t="t" l="l"/>
              <a:pathLst>
                <a:path h="1011772" w="1108914">
                  <a:moveTo>
                    <a:pt x="20482" y="895269"/>
                  </a:moveTo>
                  <a:cubicBezTo>
                    <a:pt x="200822" y="726359"/>
                    <a:pt x="310042" y="656509"/>
                    <a:pt x="390052" y="580309"/>
                  </a:cubicBezTo>
                  <a:cubicBezTo>
                    <a:pt x="471332" y="502839"/>
                    <a:pt x="539912" y="392349"/>
                    <a:pt x="614842" y="321229"/>
                  </a:cubicBezTo>
                  <a:cubicBezTo>
                    <a:pt x="678342" y="260269"/>
                    <a:pt x="753272" y="218359"/>
                    <a:pt x="807882" y="170099"/>
                  </a:cubicBezTo>
                  <a:cubicBezTo>
                    <a:pt x="849792" y="133269"/>
                    <a:pt x="877732" y="92629"/>
                    <a:pt x="915832" y="63419"/>
                  </a:cubicBezTo>
                  <a:cubicBezTo>
                    <a:pt x="951392" y="36749"/>
                    <a:pt x="997112" y="7539"/>
                    <a:pt x="1026322" y="1189"/>
                  </a:cubicBezTo>
                  <a:cubicBezTo>
                    <a:pt x="1044102" y="-1351"/>
                    <a:pt x="1058072" y="-81"/>
                    <a:pt x="1070772" y="7539"/>
                  </a:cubicBezTo>
                  <a:cubicBezTo>
                    <a:pt x="1086012" y="16429"/>
                    <a:pt x="1103792" y="43099"/>
                    <a:pt x="1107602" y="59609"/>
                  </a:cubicBezTo>
                  <a:cubicBezTo>
                    <a:pt x="1111412" y="74849"/>
                    <a:pt x="1106332" y="91359"/>
                    <a:pt x="1099982" y="102789"/>
                  </a:cubicBezTo>
                  <a:cubicBezTo>
                    <a:pt x="1092362" y="115489"/>
                    <a:pt x="1080932" y="128189"/>
                    <a:pt x="1066962" y="131999"/>
                  </a:cubicBezTo>
                  <a:cubicBezTo>
                    <a:pt x="1049182" y="138349"/>
                    <a:pt x="1018702" y="137079"/>
                    <a:pt x="1002192" y="126919"/>
                  </a:cubicBezTo>
                  <a:cubicBezTo>
                    <a:pt x="986952" y="116759"/>
                    <a:pt x="971712" y="90089"/>
                    <a:pt x="970442" y="71039"/>
                  </a:cubicBezTo>
                  <a:cubicBezTo>
                    <a:pt x="970442" y="51989"/>
                    <a:pt x="984412" y="24049"/>
                    <a:pt x="999652" y="12619"/>
                  </a:cubicBezTo>
                  <a:cubicBezTo>
                    <a:pt x="1014892" y="2459"/>
                    <a:pt x="1045372" y="-2621"/>
                    <a:pt x="1063152" y="4999"/>
                  </a:cubicBezTo>
                  <a:cubicBezTo>
                    <a:pt x="1080932" y="11349"/>
                    <a:pt x="1101252" y="34209"/>
                    <a:pt x="1106332" y="51989"/>
                  </a:cubicBezTo>
                  <a:cubicBezTo>
                    <a:pt x="1111412" y="71039"/>
                    <a:pt x="1103792" y="97709"/>
                    <a:pt x="1091092" y="115489"/>
                  </a:cubicBezTo>
                  <a:cubicBezTo>
                    <a:pt x="1074582" y="135809"/>
                    <a:pt x="1037752" y="140889"/>
                    <a:pt x="1008542" y="161209"/>
                  </a:cubicBezTo>
                  <a:cubicBezTo>
                    <a:pt x="970442" y="189149"/>
                    <a:pt x="932342" y="237409"/>
                    <a:pt x="885352" y="274239"/>
                  </a:cubicBezTo>
                  <a:cubicBezTo>
                    <a:pt x="832012" y="317419"/>
                    <a:pt x="763432" y="345359"/>
                    <a:pt x="702472" y="401239"/>
                  </a:cubicBezTo>
                  <a:cubicBezTo>
                    <a:pt x="625002" y="471089"/>
                    <a:pt x="548802" y="594279"/>
                    <a:pt x="466252" y="676829"/>
                  </a:cubicBezTo>
                  <a:cubicBezTo>
                    <a:pt x="390052" y="751759"/>
                    <a:pt x="292262" y="817799"/>
                    <a:pt x="226222" y="877489"/>
                  </a:cubicBezTo>
                  <a:cubicBezTo>
                    <a:pt x="176692" y="923209"/>
                    <a:pt x="137322" y="984169"/>
                    <a:pt x="104302" y="1001949"/>
                  </a:cubicBezTo>
                  <a:cubicBezTo>
                    <a:pt x="85252" y="1010839"/>
                    <a:pt x="71282" y="1013379"/>
                    <a:pt x="56042" y="1010839"/>
                  </a:cubicBezTo>
                  <a:cubicBezTo>
                    <a:pt x="40802" y="1008299"/>
                    <a:pt x="24292" y="996869"/>
                    <a:pt x="14132" y="985439"/>
                  </a:cubicBezTo>
                  <a:cubicBezTo>
                    <a:pt x="5242" y="974009"/>
                    <a:pt x="-1108" y="953689"/>
                    <a:pt x="162" y="939719"/>
                  </a:cubicBezTo>
                  <a:cubicBezTo>
                    <a:pt x="1432" y="924479"/>
                    <a:pt x="20482" y="895269"/>
                    <a:pt x="20482" y="895269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45066" y="6765696"/>
            <a:ext cx="663928" cy="645934"/>
            <a:chOff x="0" y="0"/>
            <a:chExt cx="923225" cy="89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412766" y="7325446"/>
            <a:ext cx="338504" cy="6776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6649403" y="231457"/>
            <a:ext cx="821055" cy="799148"/>
            <a:chOff x="0" y="0"/>
            <a:chExt cx="1094740" cy="1065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800" y="50678"/>
              <a:ext cx="993140" cy="964349"/>
            </a:xfrm>
            <a:custGeom>
              <a:avLst/>
              <a:gdLst/>
              <a:ahLst/>
              <a:cxnLst/>
              <a:rect r="r" b="b" t="t" l="l"/>
              <a:pathLst>
                <a:path h="964349" w="993140">
                  <a:moveTo>
                    <a:pt x="16510" y="849752"/>
                  </a:moveTo>
                  <a:cubicBezTo>
                    <a:pt x="246380" y="576702"/>
                    <a:pt x="279400" y="511932"/>
                    <a:pt x="322580" y="457322"/>
                  </a:cubicBezTo>
                  <a:cubicBezTo>
                    <a:pt x="363220" y="406522"/>
                    <a:pt x="400050" y="368422"/>
                    <a:pt x="449580" y="321432"/>
                  </a:cubicBezTo>
                  <a:cubicBezTo>
                    <a:pt x="511810" y="261742"/>
                    <a:pt x="591820" y="186812"/>
                    <a:pt x="671830" y="133472"/>
                  </a:cubicBezTo>
                  <a:cubicBezTo>
                    <a:pt x="751840" y="80132"/>
                    <a:pt x="878840" y="2662"/>
                    <a:pt x="928370" y="122"/>
                  </a:cubicBezTo>
                  <a:cubicBezTo>
                    <a:pt x="947420" y="-1148"/>
                    <a:pt x="957580" y="7742"/>
                    <a:pt x="969010" y="16632"/>
                  </a:cubicBezTo>
                  <a:cubicBezTo>
                    <a:pt x="979170" y="25522"/>
                    <a:pt x="989330" y="38222"/>
                    <a:pt x="990600" y="53462"/>
                  </a:cubicBezTo>
                  <a:cubicBezTo>
                    <a:pt x="993140" y="71242"/>
                    <a:pt x="986790" y="100452"/>
                    <a:pt x="974090" y="114422"/>
                  </a:cubicBezTo>
                  <a:cubicBezTo>
                    <a:pt x="961390" y="128392"/>
                    <a:pt x="932180" y="136012"/>
                    <a:pt x="914400" y="134742"/>
                  </a:cubicBezTo>
                  <a:cubicBezTo>
                    <a:pt x="899160" y="133472"/>
                    <a:pt x="885190" y="125852"/>
                    <a:pt x="876300" y="114422"/>
                  </a:cubicBezTo>
                  <a:cubicBezTo>
                    <a:pt x="864870" y="101722"/>
                    <a:pt x="855980" y="71242"/>
                    <a:pt x="858520" y="53462"/>
                  </a:cubicBezTo>
                  <a:cubicBezTo>
                    <a:pt x="859790" y="39492"/>
                    <a:pt x="868680" y="25522"/>
                    <a:pt x="880110" y="16632"/>
                  </a:cubicBezTo>
                  <a:cubicBezTo>
                    <a:pt x="895350" y="6472"/>
                    <a:pt x="925830" y="-1148"/>
                    <a:pt x="942340" y="2662"/>
                  </a:cubicBezTo>
                  <a:cubicBezTo>
                    <a:pt x="957580" y="5202"/>
                    <a:pt x="970280" y="15362"/>
                    <a:pt x="979170" y="26792"/>
                  </a:cubicBezTo>
                  <a:cubicBezTo>
                    <a:pt x="986790" y="36952"/>
                    <a:pt x="993140" y="53462"/>
                    <a:pt x="993140" y="67432"/>
                  </a:cubicBezTo>
                  <a:cubicBezTo>
                    <a:pt x="993140" y="81402"/>
                    <a:pt x="991870" y="94102"/>
                    <a:pt x="979170" y="109342"/>
                  </a:cubicBezTo>
                  <a:cubicBezTo>
                    <a:pt x="948690" y="144902"/>
                    <a:pt x="820420" y="181732"/>
                    <a:pt x="746760" y="229992"/>
                  </a:cubicBezTo>
                  <a:cubicBezTo>
                    <a:pt x="673100" y="279522"/>
                    <a:pt x="596900" y="350642"/>
                    <a:pt x="541020" y="405252"/>
                  </a:cubicBezTo>
                  <a:cubicBezTo>
                    <a:pt x="496570" y="448432"/>
                    <a:pt x="466090" y="480182"/>
                    <a:pt x="429260" y="528442"/>
                  </a:cubicBezTo>
                  <a:cubicBezTo>
                    <a:pt x="386080" y="584322"/>
                    <a:pt x="350520" y="657982"/>
                    <a:pt x="300990" y="724022"/>
                  </a:cubicBezTo>
                  <a:cubicBezTo>
                    <a:pt x="246380" y="798952"/>
                    <a:pt x="157480" y="920872"/>
                    <a:pt x="110490" y="951352"/>
                  </a:cubicBezTo>
                  <a:cubicBezTo>
                    <a:pt x="92710" y="962782"/>
                    <a:pt x="78740" y="965322"/>
                    <a:pt x="63500" y="964052"/>
                  </a:cubicBezTo>
                  <a:cubicBezTo>
                    <a:pt x="48260" y="962782"/>
                    <a:pt x="29210" y="952622"/>
                    <a:pt x="19050" y="941192"/>
                  </a:cubicBezTo>
                  <a:cubicBezTo>
                    <a:pt x="8890" y="931032"/>
                    <a:pt x="0" y="910712"/>
                    <a:pt x="0" y="895472"/>
                  </a:cubicBezTo>
                  <a:cubicBezTo>
                    <a:pt x="0" y="880232"/>
                    <a:pt x="16510" y="849752"/>
                    <a:pt x="16510" y="8497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444329" y="7971531"/>
            <a:ext cx="663928" cy="645934"/>
            <a:chOff x="0" y="0"/>
            <a:chExt cx="923225" cy="898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41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180482" y="7343885"/>
            <a:ext cx="355147" cy="7281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0937462" y="7971531"/>
            <a:ext cx="663928" cy="645934"/>
            <a:chOff x="0" y="0"/>
            <a:chExt cx="923225" cy="89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705725" y="214312"/>
            <a:ext cx="999173" cy="714375"/>
            <a:chOff x="0" y="0"/>
            <a:chExt cx="1332230" cy="952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7260" y="50679"/>
              <a:ext cx="1233061" cy="851246"/>
            </a:xfrm>
            <a:custGeom>
              <a:avLst/>
              <a:gdLst/>
              <a:ahLst/>
              <a:cxnLst/>
              <a:rect r="r" b="b" t="t" l="l"/>
              <a:pathLst>
                <a:path h="851246" w="1233061">
                  <a:moveTo>
                    <a:pt x="35290" y="718941"/>
                  </a:moveTo>
                  <a:cubicBezTo>
                    <a:pt x="704580" y="315081"/>
                    <a:pt x="1013190" y="53461"/>
                    <a:pt x="1117330" y="12821"/>
                  </a:cubicBezTo>
                  <a:cubicBezTo>
                    <a:pt x="1149080" y="121"/>
                    <a:pt x="1166860" y="-1149"/>
                    <a:pt x="1185910" y="3931"/>
                  </a:cubicBezTo>
                  <a:cubicBezTo>
                    <a:pt x="1201150" y="7741"/>
                    <a:pt x="1215120" y="19171"/>
                    <a:pt x="1221470" y="33141"/>
                  </a:cubicBezTo>
                  <a:cubicBezTo>
                    <a:pt x="1230360" y="49651"/>
                    <a:pt x="1232900" y="83941"/>
                    <a:pt x="1227820" y="101721"/>
                  </a:cubicBezTo>
                  <a:cubicBezTo>
                    <a:pt x="1222740" y="115691"/>
                    <a:pt x="1208770" y="128391"/>
                    <a:pt x="1196070" y="136011"/>
                  </a:cubicBezTo>
                  <a:cubicBezTo>
                    <a:pt x="1183370" y="143631"/>
                    <a:pt x="1165590" y="148711"/>
                    <a:pt x="1150350" y="144901"/>
                  </a:cubicBezTo>
                  <a:cubicBezTo>
                    <a:pt x="1131300" y="141091"/>
                    <a:pt x="1104630" y="120771"/>
                    <a:pt x="1094470" y="104261"/>
                  </a:cubicBezTo>
                  <a:cubicBezTo>
                    <a:pt x="1086850" y="91561"/>
                    <a:pt x="1085580" y="72511"/>
                    <a:pt x="1088120" y="58541"/>
                  </a:cubicBezTo>
                  <a:cubicBezTo>
                    <a:pt x="1091930" y="43301"/>
                    <a:pt x="1100820" y="28061"/>
                    <a:pt x="1112250" y="17901"/>
                  </a:cubicBezTo>
                  <a:cubicBezTo>
                    <a:pt x="1122410" y="7741"/>
                    <a:pt x="1138920" y="-1149"/>
                    <a:pt x="1154160" y="121"/>
                  </a:cubicBezTo>
                  <a:cubicBezTo>
                    <a:pt x="1173210" y="121"/>
                    <a:pt x="1204960" y="12821"/>
                    <a:pt x="1217660" y="26791"/>
                  </a:cubicBezTo>
                  <a:cubicBezTo>
                    <a:pt x="1227820" y="38221"/>
                    <a:pt x="1234170" y="54731"/>
                    <a:pt x="1232900" y="71241"/>
                  </a:cubicBezTo>
                  <a:cubicBezTo>
                    <a:pt x="1231630" y="89021"/>
                    <a:pt x="1222740" y="110611"/>
                    <a:pt x="1202420" y="132201"/>
                  </a:cubicBezTo>
                  <a:cubicBezTo>
                    <a:pt x="1164320" y="172841"/>
                    <a:pt x="1069070" y="208401"/>
                    <a:pt x="980170" y="265551"/>
                  </a:cubicBezTo>
                  <a:cubicBezTo>
                    <a:pt x="840470" y="356991"/>
                    <a:pt x="609330" y="529711"/>
                    <a:pt x="450580" y="632581"/>
                  </a:cubicBezTo>
                  <a:cubicBezTo>
                    <a:pt x="324850" y="713861"/>
                    <a:pt x="171180" y="818001"/>
                    <a:pt x="107680" y="842131"/>
                  </a:cubicBezTo>
                  <a:cubicBezTo>
                    <a:pt x="84820" y="849751"/>
                    <a:pt x="73390" y="853561"/>
                    <a:pt x="56880" y="849751"/>
                  </a:cubicBezTo>
                  <a:cubicBezTo>
                    <a:pt x="39100" y="844671"/>
                    <a:pt x="14970" y="825621"/>
                    <a:pt x="6080" y="807841"/>
                  </a:cubicBezTo>
                  <a:cubicBezTo>
                    <a:pt x="-1540" y="793871"/>
                    <a:pt x="-1540" y="773551"/>
                    <a:pt x="3540" y="758311"/>
                  </a:cubicBezTo>
                  <a:cubicBezTo>
                    <a:pt x="8620" y="743071"/>
                    <a:pt x="35290" y="718941"/>
                    <a:pt x="35290" y="7189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27745" y="139065"/>
            <a:ext cx="1089660" cy="762000"/>
            <a:chOff x="0" y="0"/>
            <a:chExt cx="145288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566" y="50606"/>
              <a:ext cx="1355333" cy="918444"/>
            </a:xfrm>
            <a:custGeom>
              <a:avLst/>
              <a:gdLst/>
              <a:ahLst/>
              <a:cxnLst/>
              <a:rect r="r" b="b" t="t" l="l"/>
              <a:pathLst>
                <a:path h="918444" w="1355333">
                  <a:moveTo>
                    <a:pt x="36254" y="793944"/>
                  </a:moveTo>
                  <a:cubicBezTo>
                    <a:pt x="781744" y="357064"/>
                    <a:pt x="809684" y="325314"/>
                    <a:pt x="876994" y="278324"/>
                  </a:cubicBezTo>
                  <a:cubicBezTo>
                    <a:pt x="968434" y="216094"/>
                    <a:pt x="1139884" y="123384"/>
                    <a:pt x="1203384" y="71314"/>
                  </a:cubicBezTo>
                  <a:cubicBezTo>
                    <a:pt x="1232594" y="45914"/>
                    <a:pt x="1241484" y="17974"/>
                    <a:pt x="1261804" y="7814"/>
                  </a:cubicBezTo>
                  <a:cubicBezTo>
                    <a:pt x="1274504" y="194"/>
                    <a:pt x="1288474" y="-1076"/>
                    <a:pt x="1301174" y="1464"/>
                  </a:cubicBezTo>
                  <a:cubicBezTo>
                    <a:pt x="1313874" y="2734"/>
                    <a:pt x="1329114" y="9084"/>
                    <a:pt x="1338004" y="19244"/>
                  </a:cubicBezTo>
                  <a:cubicBezTo>
                    <a:pt x="1348164" y="31944"/>
                    <a:pt x="1358324" y="59884"/>
                    <a:pt x="1354514" y="77664"/>
                  </a:cubicBezTo>
                  <a:cubicBezTo>
                    <a:pt x="1350704" y="94174"/>
                    <a:pt x="1330384" y="115764"/>
                    <a:pt x="1316414" y="123384"/>
                  </a:cubicBezTo>
                  <a:cubicBezTo>
                    <a:pt x="1303714" y="129734"/>
                    <a:pt x="1287204" y="128464"/>
                    <a:pt x="1275774" y="125924"/>
                  </a:cubicBezTo>
                  <a:cubicBezTo>
                    <a:pt x="1263074" y="122114"/>
                    <a:pt x="1249104" y="114494"/>
                    <a:pt x="1241484" y="103064"/>
                  </a:cubicBezTo>
                  <a:cubicBezTo>
                    <a:pt x="1232594" y="89094"/>
                    <a:pt x="1227514" y="59884"/>
                    <a:pt x="1231324" y="43374"/>
                  </a:cubicBezTo>
                  <a:cubicBezTo>
                    <a:pt x="1233864" y="30674"/>
                    <a:pt x="1245294" y="17974"/>
                    <a:pt x="1255454" y="11624"/>
                  </a:cubicBezTo>
                  <a:cubicBezTo>
                    <a:pt x="1266884" y="4004"/>
                    <a:pt x="1282124" y="-1076"/>
                    <a:pt x="1294824" y="194"/>
                  </a:cubicBezTo>
                  <a:cubicBezTo>
                    <a:pt x="1307524" y="194"/>
                    <a:pt x="1322764" y="6544"/>
                    <a:pt x="1332924" y="15434"/>
                  </a:cubicBezTo>
                  <a:cubicBezTo>
                    <a:pt x="1343084" y="23054"/>
                    <a:pt x="1351974" y="35754"/>
                    <a:pt x="1354514" y="49724"/>
                  </a:cubicBezTo>
                  <a:cubicBezTo>
                    <a:pt x="1355784" y="66234"/>
                    <a:pt x="1349434" y="89094"/>
                    <a:pt x="1338004" y="106874"/>
                  </a:cubicBezTo>
                  <a:cubicBezTo>
                    <a:pt x="1324034" y="132274"/>
                    <a:pt x="1301174" y="150054"/>
                    <a:pt x="1266884" y="177994"/>
                  </a:cubicBezTo>
                  <a:cubicBezTo>
                    <a:pt x="1200844" y="230064"/>
                    <a:pt x="1039554" y="312614"/>
                    <a:pt x="949384" y="374844"/>
                  </a:cubicBezTo>
                  <a:cubicBezTo>
                    <a:pt x="876994" y="424374"/>
                    <a:pt x="845244" y="458664"/>
                    <a:pt x="762694" y="514544"/>
                  </a:cubicBezTo>
                  <a:cubicBezTo>
                    <a:pt x="610294" y="617414"/>
                    <a:pt x="202624" y="885384"/>
                    <a:pt x="97214" y="913324"/>
                  </a:cubicBezTo>
                  <a:cubicBezTo>
                    <a:pt x="66734" y="920944"/>
                    <a:pt x="50224" y="919674"/>
                    <a:pt x="34984" y="912054"/>
                  </a:cubicBezTo>
                  <a:cubicBezTo>
                    <a:pt x="21014" y="905704"/>
                    <a:pt x="8314" y="890464"/>
                    <a:pt x="3234" y="876494"/>
                  </a:cubicBezTo>
                  <a:cubicBezTo>
                    <a:pt x="-1846" y="862524"/>
                    <a:pt x="-576" y="842204"/>
                    <a:pt x="4504" y="828234"/>
                  </a:cubicBezTo>
                  <a:cubicBezTo>
                    <a:pt x="9584" y="814264"/>
                    <a:pt x="36254" y="793944"/>
                    <a:pt x="36254" y="79394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23082" y="160020"/>
            <a:ext cx="968693" cy="823912"/>
            <a:chOff x="0" y="0"/>
            <a:chExt cx="1291590" cy="1098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9470" y="50488"/>
              <a:ext cx="1191320" cy="1000291"/>
            </a:xfrm>
            <a:custGeom>
              <a:avLst/>
              <a:gdLst/>
              <a:ahLst/>
              <a:cxnLst/>
              <a:rect r="r" b="b" t="t" l="l"/>
              <a:pathLst>
                <a:path h="1000291" w="1191320">
                  <a:moveTo>
                    <a:pt x="29270" y="879152"/>
                  </a:moveTo>
                  <a:cubicBezTo>
                    <a:pt x="229930" y="734372"/>
                    <a:pt x="495360" y="476562"/>
                    <a:pt x="656650" y="349562"/>
                  </a:cubicBezTo>
                  <a:cubicBezTo>
                    <a:pt x="779840" y="253042"/>
                    <a:pt x="917000" y="176842"/>
                    <a:pt x="995740" y="110802"/>
                  </a:cubicBezTo>
                  <a:cubicBezTo>
                    <a:pt x="1042730" y="71432"/>
                    <a:pt x="1068130" y="19362"/>
                    <a:pt x="1099880" y="5392"/>
                  </a:cubicBezTo>
                  <a:cubicBezTo>
                    <a:pt x="1121470" y="-2228"/>
                    <a:pt x="1144330" y="1582"/>
                    <a:pt x="1159570" y="7932"/>
                  </a:cubicBezTo>
                  <a:cubicBezTo>
                    <a:pt x="1172270" y="14282"/>
                    <a:pt x="1181160" y="26982"/>
                    <a:pt x="1186240" y="38412"/>
                  </a:cubicBezTo>
                  <a:cubicBezTo>
                    <a:pt x="1191320" y="51112"/>
                    <a:pt x="1192590" y="66352"/>
                    <a:pt x="1190050" y="79052"/>
                  </a:cubicBezTo>
                  <a:cubicBezTo>
                    <a:pt x="1186240" y="91752"/>
                    <a:pt x="1178620" y="105722"/>
                    <a:pt x="1167190" y="113342"/>
                  </a:cubicBezTo>
                  <a:cubicBezTo>
                    <a:pt x="1153220" y="122232"/>
                    <a:pt x="1124010" y="127312"/>
                    <a:pt x="1108770" y="123502"/>
                  </a:cubicBezTo>
                  <a:cubicBezTo>
                    <a:pt x="1094800" y="120962"/>
                    <a:pt x="1083370" y="110802"/>
                    <a:pt x="1075750" y="99372"/>
                  </a:cubicBezTo>
                  <a:cubicBezTo>
                    <a:pt x="1068130" y="89212"/>
                    <a:pt x="1063050" y="73972"/>
                    <a:pt x="1064320" y="61272"/>
                  </a:cubicBezTo>
                  <a:cubicBezTo>
                    <a:pt x="1066860" y="44762"/>
                    <a:pt x="1080830" y="19362"/>
                    <a:pt x="1094800" y="9202"/>
                  </a:cubicBezTo>
                  <a:cubicBezTo>
                    <a:pt x="1104960" y="1582"/>
                    <a:pt x="1121470" y="-958"/>
                    <a:pt x="1134170" y="312"/>
                  </a:cubicBezTo>
                  <a:cubicBezTo>
                    <a:pt x="1146870" y="1582"/>
                    <a:pt x="1162110" y="7932"/>
                    <a:pt x="1171000" y="16822"/>
                  </a:cubicBezTo>
                  <a:cubicBezTo>
                    <a:pt x="1179890" y="24442"/>
                    <a:pt x="1188780" y="38412"/>
                    <a:pt x="1190050" y="52382"/>
                  </a:cubicBezTo>
                  <a:cubicBezTo>
                    <a:pt x="1192590" y="68892"/>
                    <a:pt x="1184970" y="89212"/>
                    <a:pt x="1172270" y="108262"/>
                  </a:cubicBezTo>
                  <a:cubicBezTo>
                    <a:pt x="1151950" y="140012"/>
                    <a:pt x="1111310" y="169222"/>
                    <a:pt x="1064320" y="207322"/>
                  </a:cubicBezTo>
                  <a:cubicBezTo>
                    <a:pt x="985580" y="272092"/>
                    <a:pt x="856040" y="347022"/>
                    <a:pt x="735390" y="443542"/>
                  </a:cubicBezTo>
                  <a:cubicBezTo>
                    <a:pt x="574100" y="573082"/>
                    <a:pt x="309940" y="841052"/>
                    <a:pt x="196910" y="927412"/>
                  </a:cubicBezTo>
                  <a:cubicBezTo>
                    <a:pt x="148650" y="962972"/>
                    <a:pt x="118170" y="988372"/>
                    <a:pt x="88960" y="995992"/>
                  </a:cubicBezTo>
                  <a:cubicBezTo>
                    <a:pt x="71180" y="1001072"/>
                    <a:pt x="55940" y="1002342"/>
                    <a:pt x="41970" y="995992"/>
                  </a:cubicBezTo>
                  <a:cubicBezTo>
                    <a:pt x="25460" y="988372"/>
                    <a:pt x="6410" y="965512"/>
                    <a:pt x="1330" y="949002"/>
                  </a:cubicBezTo>
                  <a:cubicBezTo>
                    <a:pt x="-2480" y="935032"/>
                    <a:pt x="2600" y="914712"/>
                    <a:pt x="7680" y="903282"/>
                  </a:cubicBezTo>
                  <a:cubicBezTo>
                    <a:pt x="12760" y="893122"/>
                    <a:pt x="29270" y="879152"/>
                    <a:pt x="29270" y="87915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173652" y="318135"/>
            <a:ext cx="755332" cy="629602"/>
            <a:chOff x="0" y="0"/>
            <a:chExt cx="1007110" cy="8394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607" y="49530"/>
              <a:ext cx="906272" cy="741484"/>
            </a:xfrm>
            <a:custGeom>
              <a:avLst/>
              <a:gdLst/>
              <a:ahLst/>
              <a:cxnLst/>
              <a:rect r="r" b="b" t="t" l="l"/>
              <a:pathLst>
                <a:path h="741484" w="906272">
                  <a:moveTo>
                    <a:pt x="24323" y="617220"/>
                  </a:moveTo>
                  <a:cubicBezTo>
                    <a:pt x="378653" y="339090"/>
                    <a:pt x="534863" y="269240"/>
                    <a:pt x="609793" y="215900"/>
                  </a:cubicBezTo>
                  <a:cubicBezTo>
                    <a:pt x="651703" y="186690"/>
                    <a:pt x="679643" y="163830"/>
                    <a:pt x="699963" y="137160"/>
                  </a:cubicBezTo>
                  <a:cubicBezTo>
                    <a:pt x="717743" y="114300"/>
                    <a:pt x="719013" y="87630"/>
                    <a:pt x="734253" y="67310"/>
                  </a:cubicBezTo>
                  <a:cubicBezTo>
                    <a:pt x="749493" y="46990"/>
                    <a:pt x="769813" y="24130"/>
                    <a:pt x="791403" y="12700"/>
                  </a:cubicBezTo>
                  <a:cubicBezTo>
                    <a:pt x="811723" y="3810"/>
                    <a:pt x="840933" y="-1270"/>
                    <a:pt x="858713" y="3810"/>
                  </a:cubicBezTo>
                  <a:cubicBezTo>
                    <a:pt x="872683" y="7620"/>
                    <a:pt x="886653" y="20320"/>
                    <a:pt x="894273" y="33020"/>
                  </a:cubicBezTo>
                  <a:cubicBezTo>
                    <a:pt x="901893" y="44450"/>
                    <a:pt x="908243" y="62230"/>
                    <a:pt x="905703" y="77470"/>
                  </a:cubicBezTo>
                  <a:cubicBezTo>
                    <a:pt x="901893" y="95250"/>
                    <a:pt x="884113" y="123190"/>
                    <a:pt x="868873" y="133350"/>
                  </a:cubicBezTo>
                  <a:cubicBezTo>
                    <a:pt x="856173" y="142240"/>
                    <a:pt x="839663" y="146050"/>
                    <a:pt x="824423" y="142240"/>
                  </a:cubicBezTo>
                  <a:cubicBezTo>
                    <a:pt x="806643" y="138430"/>
                    <a:pt x="778703" y="120650"/>
                    <a:pt x="769813" y="102870"/>
                  </a:cubicBezTo>
                  <a:cubicBezTo>
                    <a:pt x="760923" y="85090"/>
                    <a:pt x="763463" y="53340"/>
                    <a:pt x="771083" y="35560"/>
                  </a:cubicBezTo>
                  <a:cubicBezTo>
                    <a:pt x="777433" y="21590"/>
                    <a:pt x="792673" y="11430"/>
                    <a:pt x="805373" y="5080"/>
                  </a:cubicBezTo>
                  <a:cubicBezTo>
                    <a:pt x="819343" y="0"/>
                    <a:pt x="837123" y="-1270"/>
                    <a:pt x="851093" y="1270"/>
                  </a:cubicBezTo>
                  <a:cubicBezTo>
                    <a:pt x="865063" y="5080"/>
                    <a:pt x="881573" y="13970"/>
                    <a:pt x="889193" y="26670"/>
                  </a:cubicBezTo>
                  <a:cubicBezTo>
                    <a:pt x="900623" y="41910"/>
                    <a:pt x="908243" y="66040"/>
                    <a:pt x="901893" y="92710"/>
                  </a:cubicBezTo>
                  <a:cubicBezTo>
                    <a:pt x="890463" y="138430"/>
                    <a:pt x="828233" y="209550"/>
                    <a:pt x="763463" y="267970"/>
                  </a:cubicBezTo>
                  <a:cubicBezTo>
                    <a:pt x="668213" y="350520"/>
                    <a:pt x="476443" y="427990"/>
                    <a:pt x="359603" y="511810"/>
                  </a:cubicBezTo>
                  <a:cubicBezTo>
                    <a:pt x="261813" y="584200"/>
                    <a:pt x="160213" y="708660"/>
                    <a:pt x="104333" y="732790"/>
                  </a:cubicBezTo>
                  <a:cubicBezTo>
                    <a:pt x="84013" y="742950"/>
                    <a:pt x="70043" y="742950"/>
                    <a:pt x="54803" y="739140"/>
                  </a:cubicBezTo>
                  <a:cubicBezTo>
                    <a:pt x="39563" y="735330"/>
                    <a:pt x="21783" y="723900"/>
                    <a:pt x="12893" y="711200"/>
                  </a:cubicBezTo>
                  <a:cubicBezTo>
                    <a:pt x="4003" y="697230"/>
                    <a:pt x="-1077" y="676910"/>
                    <a:pt x="193" y="661670"/>
                  </a:cubicBezTo>
                  <a:cubicBezTo>
                    <a:pt x="2733" y="646430"/>
                    <a:pt x="24323" y="617220"/>
                    <a:pt x="24323" y="6172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3081669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9" y="0"/>
                </a:lnTo>
                <a:lnTo>
                  <a:pt x="1961819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5466663">
            <a:off x="6794896" y="7906593"/>
            <a:ext cx="766523" cy="330903"/>
          </a:xfrm>
          <a:custGeom>
            <a:avLst/>
            <a:gdLst/>
            <a:ahLst/>
            <a:cxnLst/>
            <a:rect r="r" b="b" t="t" l="l"/>
            <a:pathLst>
              <a:path h="330903" w="766523">
                <a:moveTo>
                  <a:pt x="0" y="0"/>
                </a:moveTo>
                <a:lnTo>
                  <a:pt x="766523" y="0"/>
                </a:lnTo>
                <a:lnTo>
                  <a:pt x="766523" y="330903"/>
                </a:lnTo>
                <a:lnTo>
                  <a:pt x="0" y="330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346389" y="4458825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6389" y="3510647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81574" y="4546178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8970" y="2196518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130" y="3212274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130" y="4136630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2130" y="3674452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82130" y="2802726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36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246945" y="3984736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288414" y="3101099"/>
            <a:ext cx="19888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88970" y="7891533"/>
            <a:ext cx="397777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10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92790" y="-20955"/>
            <a:ext cx="1210627" cy="905827"/>
            <a:chOff x="0" y="0"/>
            <a:chExt cx="161417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50364" y="49010"/>
              <a:ext cx="1515222" cy="1106987"/>
            </a:xfrm>
            <a:custGeom>
              <a:avLst/>
              <a:gdLst/>
              <a:ahLst/>
              <a:cxnLst/>
              <a:rect r="r" b="b" t="t" l="l"/>
              <a:pathLst>
                <a:path h="1106987" w="1515222">
                  <a:moveTo>
                    <a:pt x="27106" y="987310"/>
                  </a:moveTo>
                  <a:cubicBezTo>
                    <a:pt x="1032946" y="248170"/>
                    <a:pt x="1101526" y="202450"/>
                    <a:pt x="1191696" y="146570"/>
                  </a:cubicBezTo>
                  <a:cubicBezTo>
                    <a:pt x="1276786" y="94500"/>
                    <a:pt x="1393626" y="11950"/>
                    <a:pt x="1441886" y="1790"/>
                  </a:cubicBezTo>
                  <a:cubicBezTo>
                    <a:pt x="1459666" y="-2020"/>
                    <a:pt x="1469826" y="520"/>
                    <a:pt x="1479986" y="6870"/>
                  </a:cubicBezTo>
                  <a:cubicBezTo>
                    <a:pt x="1491416" y="11950"/>
                    <a:pt x="1502846" y="20840"/>
                    <a:pt x="1507926" y="33540"/>
                  </a:cubicBezTo>
                  <a:cubicBezTo>
                    <a:pt x="1514276" y="47510"/>
                    <a:pt x="1515546" y="75450"/>
                    <a:pt x="1507926" y="89420"/>
                  </a:cubicBezTo>
                  <a:cubicBezTo>
                    <a:pt x="1499036" y="104660"/>
                    <a:pt x="1476176" y="118630"/>
                    <a:pt x="1460936" y="121170"/>
                  </a:cubicBezTo>
                  <a:cubicBezTo>
                    <a:pt x="1446966" y="123710"/>
                    <a:pt x="1432996" y="118630"/>
                    <a:pt x="1422836" y="112280"/>
                  </a:cubicBezTo>
                  <a:cubicBezTo>
                    <a:pt x="1412676" y="105930"/>
                    <a:pt x="1402516" y="94500"/>
                    <a:pt x="1397436" y="83070"/>
                  </a:cubicBezTo>
                  <a:cubicBezTo>
                    <a:pt x="1393626" y="71640"/>
                    <a:pt x="1392356" y="56400"/>
                    <a:pt x="1396166" y="43700"/>
                  </a:cubicBezTo>
                  <a:cubicBezTo>
                    <a:pt x="1399976" y="32270"/>
                    <a:pt x="1407596" y="19570"/>
                    <a:pt x="1417756" y="11950"/>
                  </a:cubicBezTo>
                  <a:cubicBezTo>
                    <a:pt x="1431726" y="4330"/>
                    <a:pt x="1458396" y="-2020"/>
                    <a:pt x="1473636" y="4330"/>
                  </a:cubicBezTo>
                  <a:cubicBezTo>
                    <a:pt x="1490146" y="9410"/>
                    <a:pt x="1507926" y="31000"/>
                    <a:pt x="1513006" y="44970"/>
                  </a:cubicBezTo>
                  <a:cubicBezTo>
                    <a:pt x="1516816" y="57670"/>
                    <a:pt x="1515546" y="72910"/>
                    <a:pt x="1510466" y="84340"/>
                  </a:cubicBezTo>
                  <a:cubicBezTo>
                    <a:pt x="1505386" y="95770"/>
                    <a:pt x="1500306" y="99580"/>
                    <a:pt x="1485066" y="113550"/>
                  </a:cubicBezTo>
                  <a:cubicBezTo>
                    <a:pt x="1425376" y="164350"/>
                    <a:pt x="1175186" y="297700"/>
                    <a:pt x="988496" y="427240"/>
                  </a:cubicBezTo>
                  <a:cubicBezTo>
                    <a:pt x="733226" y="603770"/>
                    <a:pt x="216336" y="1039380"/>
                    <a:pt x="104576" y="1093990"/>
                  </a:cubicBezTo>
                  <a:cubicBezTo>
                    <a:pt x="81716" y="1105420"/>
                    <a:pt x="74096" y="1107960"/>
                    <a:pt x="60126" y="1106690"/>
                  </a:cubicBezTo>
                  <a:cubicBezTo>
                    <a:pt x="44886" y="1105420"/>
                    <a:pt x="27106" y="1097800"/>
                    <a:pt x="18216" y="1086370"/>
                  </a:cubicBezTo>
                  <a:cubicBezTo>
                    <a:pt x="6786" y="1073670"/>
                    <a:pt x="-2104" y="1044460"/>
                    <a:pt x="436" y="1026680"/>
                  </a:cubicBezTo>
                  <a:cubicBezTo>
                    <a:pt x="2976" y="1012710"/>
                    <a:pt x="27106" y="987310"/>
                    <a:pt x="27106" y="98731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440936" y="9014217"/>
            <a:ext cx="663928" cy="645934"/>
            <a:chOff x="0" y="0"/>
            <a:chExt cx="923225" cy="898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>
            <a:off x="11459866" y="8559068"/>
            <a:ext cx="130265" cy="5084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0" id="60"/>
          <p:cNvGrpSpPr/>
          <p:nvPr/>
        </p:nvGrpSpPr>
        <p:grpSpPr>
          <a:xfrm rot="0">
            <a:off x="11772900" y="276225"/>
            <a:ext cx="1025843" cy="686752"/>
            <a:chOff x="0" y="0"/>
            <a:chExt cx="1367790" cy="9156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016" y="49472"/>
              <a:ext cx="1265900" cy="814128"/>
            </a:xfrm>
            <a:custGeom>
              <a:avLst/>
              <a:gdLst/>
              <a:ahLst/>
              <a:cxnLst/>
              <a:rect r="r" b="b" t="t" l="l"/>
              <a:pathLst>
                <a:path h="814128" w="1265900">
                  <a:moveTo>
                    <a:pt x="49044" y="679508"/>
                  </a:moveTo>
                  <a:cubicBezTo>
                    <a:pt x="306854" y="602038"/>
                    <a:pt x="365274" y="585528"/>
                    <a:pt x="456714" y="533458"/>
                  </a:cubicBezTo>
                  <a:cubicBezTo>
                    <a:pt x="633244" y="433128"/>
                    <a:pt x="1085364" y="35618"/>
                    <a:pt x="1180614" y="3868"/>
                  </a:cubicBezTo>
                  <a:cubicBezTo>
                    <a:pt x="1200934" y="-2482"/>
                    <a:pt x="1209824" y="58"/>
                    <a:pt x="1222524" y="3868"/>
                  </a:cubicBezTo>
                  <a:cubicBezTo>
                    <a:pt x="1233954" y="7678"/>
                    <a:pt x="1247924" y="17838"/>
                    <a:pt x="1255544" y="29268"/>
                  </a:cubicBezTo>
                  <a:cubicBezTo>
                    <a:pt x="1261894" y="39428"/>
                    <a:pt x="1266974" y="55938"/>
                    <a:pt x="1265704" y="68638"/>
                  </a:cubicBezTo>
                  <a:cubicBezTo>
                    <a:pt x="1265704" y="81338"/>
                    <a:pt x="1259354" y="97848"/>
                    <a:pt x="1250464" y="106738"/>
                  </a:cubicBezTo>
                  <a:cubicBezTo>
                    <a:pt x="1242844" y="116898"/>
                    <a:pt x="1228874" y="127058"/>
                    <a:pt x="1214904" y="128328"/>
                  </a:cubicBezTo>
                  <a:cubicBezTo>
                    <a:pt x="1198394" y="130868"/>
                    <a:pt x="1169184" y="124518"/>
                    <a:pt x="1156484" y="113088"/>
                  </a:cubicBezTo>
                  <a:cubicBezTo>
                    <a:pt x="1143784" y="100388"/>
                    <a:pt x="1136164" y="71178"/>
                    <a:pt x="1137434" y="54668"/>
                  </a:cubicBezTo>
                  <a:cubicBezTo>
                    <a:pt x="1138704" y="40698"/>
                    <a:pt x="1147594" y="26728"/>
                    <a:pt x="1156484" y="17838"/>
                  </a:cubicBezTo>
                  <a:cubicBezTo>
                    <a:pt x="1166644" y="8948"/>
                    <a:pt x="1180614" y="1328"/>
                    <a:pt x="1194584" y="1328"/>
                  </a:cubicBezTo>
                  <a:cubicBezTo>
                    <a:pt x="1211094" y="58"/>
                    <a:pt x="1239034" y="11488"/>
                    <a:pt x="1250464" y="22918"/>
                  </a:cubicBezTo>
                  <a:cubicBezTo>
                    <a:pt x="1260624" y="33078"/>
                    <a:pt x="1266974" y="48318"/>
                    <a:pt x="1265704" y="62288"/>
                  </a:cubicBezTo>
                  <a:cubicBezTo>
                    <a:pt x="1265704" y="78798"/>
                    <a:pt x="1260624" y="92768"/>
                    <a:pt x="1240304" y="116898"/>
                  </a:cubicBezTo>
                  <a:cubicBezTo>
                    <a:pt x="1164104" y="209608"/>
                    <a:pt x="687854" y="544888"/>
                    <a:pt x="507514" y="649028"/>
                  </a:cubicBezTo>
                  <a:cubicBezTo>
                    <a:pt x="410994" y="703638"/>
                    <a:pt x="348764" y="723958"/>
                    <a:pt x="272564" y="751898"/>
                  </a:cubicBezTo>
                  <a:cubicBezTo>
                    <a:pt x="203984" y="777298"/>
                    <a:pt x="115084" y="814128"/>
                    <a:pt x="71904" y="814128"/>
                  </a:cubicBezTo>
                  <a:cubicBezTo>
                    <a:pt x="50314" y="814128"/>
                    <a:pt x="37614" y="807778"/>
                    <a:pt x="24914" y="798888"/>
                  </a:cubicBezTo>
                  <a:cubicBezTo>
                    <a:pt x="13484" y="788728"/>
                    <a:pt x="3324" y="772218"/>
                    <a:pt x="784" y="756978"/>
                  </a:cubicBezTo>
                  <a:cubicBezTo>
                    <a:pt x="-1756" y="741738"/>
                    <a:pt x="2054" y="722688"/>
                    <a:pt x="9674" y="708718"/>
                  </a:cubicBezTo>
                  <a:cubicBezTo>
                    <a:pt x="17294" y="696018"/>
                    <a:pt x="49044" y="679508"/>
                    <a:pt x="49044" y="679508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68521" y="2489284"/>
            <a:ext cx="663928" cy="645934"/>
            <a:chOff x="0" y="0"/>
            <a:chExt cx="923225" cy="898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529185" y="231458"/>
            <a:ext cx="972502" cy="748665"/>
            <a:chOff x="0" y="0"/>
            <a:chExt cx="1296670" cy="9982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46990" y="47274"/>
              <a:ext cx="1198922" cy="903491"/>
            </a:xfrm>
            <a:custGeom>
              <a:avLst/>
              <a:gdLst/>
              <a:ahLst/>
              <a:cxnLst/>
              <a:rect r="r" b="b" t="t" l="l"/>
              <a:pathLst>
                <a:path h="903491" w="1198922">
                  <a:moveTo>
                    <a:pt x="36830" y="779496"/>
                  </a:moveTo>
                  <a:cubicBezTo>
                    <a:pt x="633730" y="432786"/>
                    <a:pt x="811530" y="318486"/>
                    <a:pt x="910590" y="234666"/>
                  </a:cubicBezTo>
                  <a:cubicBezTo>
                    <a:pt x="972820" y="182596"/>
                    <a:pt x="1019810" y="133066"/>
                    <a:pt x="1047750" y="93696"/>
                  </a:cubicBezTo>
                  <a:cubicBezTo>
                    <a:pt x="1064260" y="69566"/>
                    <a:pt x="1066800" y="46706"/>
                    <a:pt x="1079500" y="30196"/>
                  </a:cubicBezTo>
                  <a:cubicBezTo>
                    <a:pt x="1088390" y="18766"/>
                    <a:pt x="1097280" y="8606"/>
                    <a:pt x="1109980" y="3526"/>
                  </a:cubicBezTo>
                  <a:cubicBezTo>
                    <a:pt x="1125220" y="-1554"/>
                    <a:pt x="1154430" y="986"/>
                    <a:pt x="1169670" y="8606"/>
                  </a:cubicBezTo>
                  <a:cubicBezTo>
                    <a:pt x="1181100" y="14956"/>
                    <a:pt x="1189990" y="28926"/>
                    <a:pt x="1195070" y="40356"/>
                  </a:cubicBezTo>
                  <a:cubicBezTo>
                    <a:pt x="1198880" y="53056"/>
                    <a:pt x="1200150" y="69566"/>
                    <a:pt x="1196340" y="80996"/>
                  </a:cubicBezTo>
                  <a:cubicBezTo>
                    <a:pt x="1192530" y="93696"/>
                    <a:pt x="1182370" y="107666"/>
                    <a:pt x="1172210" y="114016"/>
                  </a:cubicBezTo>
                  <a:cubicBezTo>
                    <a:pt x="1160780" y="121636"/>
                    <a:pt x="1146810" y="127986"/>
                    <a:pt x="1132840" y="126716"/>
                  </a:cubicBezTo>
                  <a:cubicBezTo>
                    <a:pt x="1116330" y="124176"/>
                    <a:pt x="1090930" y="110206"/>
                    <a:pt x="1080770" y="96236"/>
                  </a:cubicBezTo>
                  <a:cubicBezTo>
                    <a:pt x="1073150" y="86076"/>
                    <a:pt x="1069340" y="70836"/>
                    <a:pt x="1071880" y="56866"/>
                  </a:cubicBezTo>
                  <a:cubicBezTo>
                    <a:pt x="1074420" y="40356"/>
                    <a:pt x="1088390" y="14956"/>
                    <a:pt x="1103630" y="7336"/>
                  </a:cubicBezTo>
                  <a:cubicBezTo>
                    <a:pt x="1118870" y="-1554"/>
                    <a:pt x="1148080" y="-2824"/>
                    <a:pt x="1163320" y="6066"/>
                  </a:cubicBezTo>
                  <a:cubicBezTo>
                    <a:pt x="1179830" y="13686"/>
                    <a:pt x="1195070" y="37816"/>
                    <a:pt x="1197610" y="54326"/>
                  </a:cubicBezTo>
                  <a:cubicBezTo>
                    <a:pt x="1201420" y="67026"/>
                    <a:pt x="1196340" y="78456"/>
                    <a:pt x="1189990" y="93696"/>
                  </a:cubicBezTo>
                  <a:cubicBezTo>
                    <a:pt x="1181100" y="117826"/>
                    <a:pt x="1162050" y="149576"/>
                    <a:pt x="1136650" y="181326"/>
                  </a:cubicBezTo>
                  <a:cubicBezTo>
                    <a:pt x="1098550" y="227046"/>
                    <a:pt x="1036320" y="282926"/>
                    <a:pt x="974090" y="333726"/>
                  </a:cubicBezTo>
                  <a:cubicBezTo>
                    <a:pt x="901700" y="394686"/>
                    <a:pt x="821690" y="450566"/>
                    <a:pt x="720090" y="517876"/>
                  </a:cubicBezTo>
                  <a:cubicBezTo>
                    <a:pt x="580390" y="613126"/>
                    <a:pt x="317500" y="780766"/>
                    <a:pt x="208280" y="842996"/>
                  </a:cubicBezTo>
                  <a:cubicBezTo>
                    <a:pt x="157480" y="870936"/>
                    <a:pt x="129540" y="892526"/>
                    <a:pt x="96520" y="898876"/>
                  </a:cubicBezTo>
                  <a:cubicBezTo>
                    <a:pt x="73660" y="905226"/>
                    <a:pt x="49530" y="905226"/>
                    <a:pt x="34290" y="897606"/>
                  </a:cubicBezTo>
                  <a:cubicBezTo>
                    <a:pt x="20320" y="891256"/>
                    <a:pt x="8890" y="876016"/>
                    <a:pt x="3810" y="862046"/>
                  </a:cubicBezTo>
                  <a:cubicBezTo>
                    <a:pt x="-1270" y="848076"/>
                    <a:pt x="-1270" y="827756"/>
                    <a:pt x="3810" y="815056"/>
                  </a:cubicBezTo>
                  <a:cubicBezTo>
                    <a:pt x="10160" y="801086"/>
                    <a:pt x="36830" y="779496"/>
                    <a:pt x="36830" y="77949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315396" y="3447591"/>
            <a:ext cx="663928" cy="645934"/>
            <a:chOff x="0" y="0"/>
            <a:chExt cx="923225" cy="8982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48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>
            <a:off x="15038665" y="3037222"/>
            <a:ext cx="430180" cy="5941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1" id="71"/>
          <p:cNvGrpSpPr/>
          <p:nvPr/>
        </p:nvGrpSpPr>
        <p:grpSpPr>
          <a:xfrm rot="0">
            <a:off x="13668375" y="156210"/>
            <a:ext cx="698182" cy="810578"/>
            <a:chOff x="0" y="0"/>
            <a:chExt cx="930910" cy="10807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0" y="50606"/>
              <a:ext cx="829310" cy="979600"/>
            </a:xfrm>
            <a:custGeom>
              <a:avLst/>
              <a:gdLst/>
              <a:ahLst/>
              <a:cxnLst/>
              <a:rect r="r" b="b" t="t" l="l"/>
              <a:pathLst>
                <a:path h="979600" w="829310">
                  <a:moveTo>
                    <a:pt x="17780" y="862524"/>
                  </a:moveTo>
                  <a:cubicBezTo>
                    <a:pt x="406400" y="416754"/>
                    <a:pt x="621030" y="95444"/>
                    <a:pt x="703580" y="29404"/>
                  </a:cubicBezTo>
                  <a:cubicBezTo>
                    <a:pt x="728980" y="9084"/>
                    <a:pt x="744220" y="1464"/>
                    <a:pt x="762000" y="194"/>
                  </a:cubicBezTo>
                  <a:cubicBezTo>
                    <a:pt x="777240" y="194"/>
                    <a:pt x="793750" y="6544"/>
                    <a:pt x="803910" y="16704"/>
                  </a:cubicBezTo>
                  <a:cubicBezTo>
                    <a:pt x="817880" y="29404"/>
                    <a:pt x="829310" y="58614"/>
                    <a:pt x="829310" y="77664"/>
                  </a:cubicBezTo>
                  <a:cubicBezTo>
                    <a:pt x="829310" y="91634"/>
                    <a:pt x="820420" y="108144"/>
                    <a:pt x="811530" y="118304"/>
                  </a:cubicBezTo>
                  <a:cubicBezTo>
                    <a:pt x="801370" y="128464"/>
                    <a:pt x="787400" y="138624"/>
                    <a:pt x="772160" y="139894"/>
                  </a:cubicBezTo>
                  <a:cubicBezTo>
                    <a:pt x="754380" y="141164"/>
                    <a:pt x="723900" y="131004"/>
                    <a:pt x="709930" y="119574"/>
                  </a:cubicBezTo>
                  <a:cubicBezTo>
                    <a:pt x="698500" y="109414"/>
                    <a:pt x="692150" y="92904"/>
                    <a:pt x="689610" y="78934"/>
                  </a:cubicBezTo>
                  <a:cubicBezTo>
                    <a:pt x="688340" y="64964"/>
                    <a:pt x="690880" y="47184"/>
                    <a:pt x="698500" y="35754"/>
                  </a:cubicBezTo>
                  <a:cubicBezTo>
                    <a:pt x="709930" y="20514"/>
                    <a:pt x="736600" y="2734"/>
                    <a:pt x="754380" y="194"/>
                  </a:cubicBezTo>
                  <a:cubicBezTo>
                    <a:pt x="769620" y="-1076"/>
                    <a:pt x="786130" y="4004"/>
                    <a:pt x="798830" y="11624"/>
                  </a:cubicBezTo>
                  <a:cubicBezTo>
                    <a:pt x="810260" y="19244"/>
                    <a:pt x="821690" y="33214"/>
                    <a:pt x="825500" y="47184"/>
                  </a:cubicBezTo>
                  <a:cubicBezTo>
                    <a:pt x="830580" y="64964"/>
                    <a:pt x="828040" y="86554"/>
                    <a:pt x="816610" y="111954"/>
                  </a:cubicBezTo>
                  <a:cubicBezTo>
                    <a:pt x="792480" y="161484"/>
                    <a:pt x="702310" y="224984"/>
                    <a:pt x="640080" y="299914"/>
                  </a:cubicBezTo>
                  <a:cubicBezTo>
                    <a:pt x="558800" y="396434"/>
                    <a:pt x="466090" y="538674"/>
                    <a:pt x="377190" y="650434"/>
                  </a:cubicBezTo>
                  <a:cubicBezTo>
                    <a:pt x="293370" y="757114"/>
                    <a:pt x="176530" y="912054"/>
                    <a:pt x="124460" y="955234"/>
                  </a:cubicBezTo>
                  <a:cubicBezTo>
                    <a:pt x="105410" y="970474"/>
                    <a:pt x="95250" y="976824"/>
                    <a:pt x="80010" y="979364"/>
                  </a:cubicBezTo>
                  <a:cubicBezTo>
                    <a:pt x="64770" y="980634"/>
                    <a:pt x="44450" y="976824"/>
                    <a:pt x="31750" y="966664"/>
                  </a:cubicBezTo>
                  <a:cubicBezTo>
                    <a:pt x="16510" y="956504"/>
                    <a:pt x="1270" y="928564"/>
                    <a:pt x="0" y="909514"/>
                  </a:cubicBezTo>
                  <a:cubicBezTo>
                    <a:pt x="0" y="893004"/>
                    <a:pt x="17780" y="862524"/>
                    <a:pt x="17780" y="86252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015436" y="8935333"/>
            <a:ext cx="663928" cy="645934"/>
            <a:chOff x="0" y="0"/>
            <a:chExt cx="923225" cy="89820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50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>
            <a:off x="12997094" y="8535669"/>
            <a:ext cx="178911" cy="5331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7" id="77"/>
          <p:cNvGrpSpPr/>
          <p:nvPr/>
        </p:nvGrpSpPr>
        <p:grpSpPr>
          <a:xfrm rot="0">
            <a:off x="14524673" y="340995"/>
            <a:ext cx="668655" cy="691515"/>
            <a:chOff x="0" y="0"/>
            <a:chExt cx="891540" cy="9220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50711" y="50559"/>
              <a:ext cx="790221" cy="820661"/>
            </a:xfrm>
            <a:custGeom>
              <a:avLst/>
              <a:gdLst/>
              <a:ahLst/>
              <a:cxnLst/>
              <a:rect r="r" b="b" t="t" l="l"/>
              <a:pathLst>
                <a:path h="820661" w="790221">
                  <a:moveTo>
                    <a:pt x="11519" y="712711"/>
                  </a:moveTo>
                  <a:cubicBezTo>
                    <a:pt x="176619" y="503161"/>
                    <a:pt x="345529" y="331711"/>
                    <a:pt x="452209" y="227571"/>
                  </a:cubicBezTo>
                  <a:cubicBezTo>
                    <a:pt x="536029" y="146291"/>
                    <a:pt x="637629" y="45961"/>
                    <a:pt x="683349" y="16751"/>
                  </a:cubicBezTo>
                  <a:cubicBezTo>
                    <a:pt x="699859" y="5321"/>
                    <a:pt x="707479" y="1511"/>
                    <a:pt x="720179" y="241"/>
                  </a:cubicBezTo>
                  <a:cubicBezTo>
                    <a:pt x="732879" y="-1029"/>
                    <a:pt x="749389" y="2781"/>
                    <a:pt x="760819" y="10401"/>
                  </a:cubicBezTo>
                  <a:cubicBezTo>
                    <a:pt x="770979" y="16751"/>
                    <a:pt x="782409" y="28181"/>
                    <a:pt x="786219" y="40881"/>
                  </a:cubicBezTo>
                  <a:cubicBezTo>
                    <a:pt x="790029" y="57391"/>
                    <a:pt x="786219" y="86601"/>
                    <a:pt x="778599" y="100571"/>
                  </a:cubicBezTo>
                  <a:cubicBezTo>
                    <a:pt x="770979" y="112001"/>
                    <a:pt x="758279" y="122161"/>
                    <a:pt x="745579" y="124701"/>
                  </a:cubicBezTo>
                  <a:cubicBezTo>
                    <a:pt x="729069" y="128511"/>
                    <a:pt x="699859" y="123431"/>
                    <a:pt x="685889" y="113271"/>
                  </a:cubicBezTo>
                  <a:cubicBezTo>
                    <a:pt x="675729" y="105651"/>
                    <a:pt x="666839" y="92951"/>
                    <a:pt x="664299" y="78981"/>
                  </a:cubicBezTo>
                  <a:cubicBezTo>
                    <a:pt x="661759" y="63741"/>
                    <a:pt x="666839" y="34531"/>
                    <a:pt x="678269" y="21831"/>
                  </a:cubicBezTo>
                  <a:cubicBezTo>
                    <a:pt x="689699" y="7861"/>
                    <a:pt x="717639" y="241"/>
                    <a:pt x="734149" y="241"/>
                  </a:cubicBezTo>
                  <a:cubicBezTo>
                    <a:pt x="748119" y="1511"/>
                    <a:pt x="762089" y="9131"/>
                    <a:pt x="770979" y="18021"/>
                  </a:cubicBezTo>
                  <a:cubicBezTo>
                    <a:pt x="779869" y="26911"/>
                    <a:pt x="787489" y="42151"/>
                    <a:pt x="788759" y="54851"/>
                  </a:cubicBezTo>
                  <a:cubicBezTo>
                    <a:pt x="791299" y="67551"/>
                    <a:pt x="791299" y="78981"/>
                    <a:pt x="782409" y="95491"/>
                  </a:cubicBezTo>
                  <a:cubicBezTo>
                    <a:pt x="755739" y="141211"/>
                    <a:pt x="624929" y="227571"/>
                    <a:pt x="539839" y="310121"/>
                  </a:cubicBezTo>
                  <a:cubicBezTo>
                    <a:pt x="435699" y="412991"/>
                    <a:pt x="282029" y="576821"/>
                    <a:pt x="205829" y="669531"/>
                  </a:cubicBezTo>
                  <a:cubicBezTo>
                    <a:pt x="162649" y="724141"/>
                    <a:pt x="141059" y="781291"/>
                    <a:pt x="111849" y="804151"/>
                  </a:cubicBezTo>
                  <a:cubicBezTo>
                    <a:pt x="95339" y="815581"/>
                    <a:pt x="81369" y="820661"/>
                    <a:pt x="66129" y="820661"/>
                  </a:cubicBezTo>
                  <a:cubicBezTo>
                    <a:pt x="50889" y="820661"/>
                    <a:pt x="33109" y="813041"/>
                    <a:pt x="21679" y="802881"/>
                  </a:cubicBezTo>
                  <a:cubicBezTo>
                    <a:pt x="10249" y="792721"/>
                    <a:pt x="1359" y="774941"/>
                    <a:pt x="89" y="759701"/>
                  </a:cubicBezTo>
                  <a:cubicBezTo>
                    <a:pt x="-1181" y="744461"/>
                    <a:pt x="11519" y="712711"/>
                    <a:pt x="11519" y="71271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3147460" y="2648795"/>
            <a:ext cx="3978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25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5443835" y="953"/>
            <a:ext cx="832485" cy="1011555"/>
            <a:chOff x="0" y="0"/>
            <a:chExt cx="1109980" cy="13487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022" y="50313"/>
              <a:ext cx="1008456" cy="1247788"/>
            </a:xfrm>
            <a:custGeom>
              <a:avLst/>
              <a:gdLst/>
              <a:ahLst/>
              <a:cxnLst/>
              <a:rect r="r" b="b" t="t" l="l"/>
              <a:pathLst>
                <a:path h="1247788" w="1008456">
                  <a:moveTo>
                    <a:pt x="8398" y="1140947"/>
                  </a:moveTo>
                  <a:cubicBezTo>
                    <a:pt x="154448" y="895837"/>
                    <a:pt x="178578" y="870437"/>
                    <a:pt x="215408" y="834877"/>
                  </a:cubicBezTo>
                  <a:cubicBezTo>
                    <a:pt x="262398" y="787887"/>
                    <a:pt x="346218" y="729467"/>
                    <a:pt x="391938" y="685017"/>
                  </a:cubicBezTo>
                  <a:cubicBezTo>
                    <a:pt x="423688" y="654537"/>
                    <a:pt x="435118" y="631677"/>
                    <a:pt x="468138" y="599927"/>
                  </a:cubicBezTo>
                  <a:cubicBezTo>
                    <a:pt x="517668" y="554207"/>
                    <a:pt x="604028" y="517377"/>
                    <a:pt x="663718" y="443717"/>
                  </a:cubicBezTo>
                  <a:cubicBezTo>
                    <a:pt x="747538" y="343387"/>
                    <a:pt x="837708" y="75417"/>
                    <a:pt x="885968" y="23347"/>
                  </a:cubicBezTo>
                  <a:cubicBezTo>
                    <a:pt x="901208" y="6837"/>
                    <a:pt x="910098" y="3027"/>
                    <a:pt x="924068" y="487"/>
                  </a:cubicBezTo>
                  <a:cubicBezTo>
                    <a:pt x="941848" y="-2053"/>
                    <a:pt x="972328" y="5567"/>
                    <a:pt x="986298" y="18267"/>
                  </a:cubicBezTo>
                  <a:cubicBezTo>
                    <a:pt x="1000268" y="30967"/>
                    <a:pt x="1007888" y="61447"/>
                    <a:pt x="1006618" y="79227"/>
                  </a:cubicBezTo>
                  <a:cubicBezTo>
                    <a:pt x="1005348" y="94467"/>
                    <a:pt x="996458" y="109707"/>
                    <a:pt x="986298" y="118597"/>
                  </a:cubicBezTo>
                  <a:cubicBezTo>
                    <a:pt x="976138" y="128757"/>
                    <a:pt x="960898" y="136377"/>
                    <a:pt x="945658" y="136377"/>
                  </a:cubicBezTo>
                  <a:cubicBezTo>
                    <a:pt x="927878" y="137647"/>
                    <a:pt x="898668" y="127487"/>
                    <a:pt x="885968" y="112247"/>
                  </a:cubicBezTo>
                  <a:cubicBezTo>
                    <a:pt x="873268" y="98277"/>
                    <a:pt x="869458" y="66527"/>
                    <a:pt x="871998" y="48747"/>
                  </a:cubicBezTo>
                  <a:cubicBezTo>
                    <a:pt x="875808" y="34777"/>
                    <a:pt x="884698" y="20807"/>
                    <a:pt x="897398" y="13187"/>
                  </a:cubicBezTo>
                  <a:cubicBezTo>
                    <a:pt x="912638" y="3027"/>
                    <a:pt x="944388" y="-2053"/>
                    <a:pt x="960898" y="3027"/>
                  </a:cubicBezTo>
                  <a:cubicBezTo>
                    <a:pt x="976138" y="6837"/>
                    <a:pt x="988838" y="18267"/>
                    <a:pt x="996458" y="29697"/>
                  </a:cubicBezTo>
                  <a:cubicBezTo>
                    <a:pt x="1004078" y="41127"/>
                    <a:pt x="1010428" y="52557"/>
                    <a:pt x="1007888" y="72877"/>
                  </a:cubicBezTo>
                  <a:cubicBezTo>
                    <a:pt x="1002808" y="123677"/>
                    <a:pt x="916448" y="258297"/>
                    <a:pt x="868188" y="343387"/>
                  </a:cubicBezTo>
                  <a:cubicBezTo>
                    <a:pt x="825008" y="420857"/>
                    <a:pt x="788178" y="502137"/>
                    <a:pt x="734838" y="561827"/>
                  </a:cubicBezTo>
                  <a:cubicBezTo>
                    <a:pt x="686578" y="615167"/>
                    <a:pt x="630698" y="635487"/>
                    <a:pt x="568468" y="690097"/>
                  </a:cubicBezTo>
                  <a:cubicBezTo>
                    <a:pt x="475758" y="770107"/>
                    <a:pt x="323358" y="902187"/>
                    <a:pt x="245888" y="1002517"/>
                  </a:cubicBezTo>
                  <a:cubicBezTo>
                    <a:pt x="187468" y="1078717"/>
                    <a:pt x="158258" y="1191747"/>
                    <a:pt x="121428" y="1226037"/>
                  </a:cubicBezTo>
                  <a:cubicBezTo>
                    <a:pt x="106188" y="1241277"/>
                    <a:pt x="92218" y="1246357"/>
                    <a:pt x="76978" y="1247627"/>
                  </a:cubicBezTo>
                  <a:cubicBezTo>
                    <a:pt x="60468" y="1248897"/>
                    <a:pt x="40148" y="1242547"/>
                    <a:pt x="27448" y="1233657"/>
                  </a:cubicBezTo>
                  <a:cubicBezTo>
                    <a:pt x="14748" y="1223497"/>
                    <a:pt x="3318" y="1205717"/>
                    <a:pt x="778" y="1190477"/>
                  </a:cubicBezTo>
                  <a:cubicBezTo>
                    <a:pt x="-3032" y="1175237"/>
                    <a:pt x="8398" y="1140947"/>
                    <a:pt x="8398" y="1140947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5979324" y="4642284"/>
            <a:ext cx="663928" cy="645934"/>
            <a:chOff x="0" y="0"/>
            <a:chExt cx="923225" cy="89820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3225" cy="898203"/>
            </a:xfrm>
            <a:custGeom>
              <a:avLst/>
              <a:gdLst/>
              <a:ahLst/>
              <a:cxnLst/>
              <a:rect r="r" b="b" t="t" l="l"/>
              <a:pathLst>
                <a:path h="898203" w="923225">
                  <a:moveTo>
                    <a:pt x="461613" y="0"/>
                  </a:moveTo>
                  <a:cubicBezTo>
                    <a:pt x="206671" y="0"/>
                    <a:pt x="0" y="201070"/>
                    <a:pt x="0" y="449102"/>
                  </a:cubicBezTo>
                  <a:cubicBezTo>
                    <a:pt x="0" y="697134"/>
                    <a:pt x="206671" y="898203"/>
                    <a:pt x="461613" y="898203"/>
                  </a:cubicBezTo>
                  <a:cubicBezTo>
                    <a:pt x="716554" y="898203"/>
                    <a:pt x="923225" y="697134"/>
                    <a:pt x="923225" y="449102"/>
                  </a:cubicBezTo>
                  <a:cubicBezTo>
                    <a:pt x="923225" y="201070"/>
                    <a:pt x="716554" y="0"/>
                    <a:pt x="461613" y="0"/>
                  </a:cubicBezTo>
                  <a:lnTo>
                    <a:pt x="461613" y="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86552" y="46107"/>
              <a:ext cx="750121" cy="767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72</a:t>
              </a:r>
            </a:p>
          </p:txBody>
        </p:sp>
      </p:grpSp>
      <p:sp>
        <p:nvSpPr>
          <p:cNvPr name="AutoShape 85" id="85"/>
          <p:cNvSpPr/>
          <p:nvPr/>
        </p:nvSpPr>
        <p:spPr>
          <a:xfrm>
            <a:off x="15803624" y="4055577"/>
            <a:ext cx="337761" cy="6572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6" id="86"/>
          <p:cNvGrpSpPr/>
          <p:nvPr/>
        </p:nvGrpSpPr>
        <p:grpSpPr>
          <a:xfrm rot="0">
            <a:off x="16144875" y="253365"/>
            <a:ext cx="1067752" cy="774382"/>
            <a:chOff x="0" y="0"/>
            <a:chExt cx="1423670" cy="103251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638" y="50557"/>
              <a:ext cx="1322470" cy="931153"/>
            </a:xfrm>
            <a:custGeom>
              <a:avLst/>
              <a:gdLst/>
              <a:ahLst/>
              <a:cxnLst/>
              <a:rect r="r" b="b" t="t" l="l"/>
              <a:pathLst>
                <a:path h="931153" w="1322470">
                  <a:moveTo>
                    <a:pt x="39532" y="797803"/>
                  </a:moveTo>
                  <a:cubicBezTo>
                    <a:pt x="374812" y="608573"/>
                    <a:pt x="539912" y="459983"/>
                    <a:pt x="633892" y="397753"/>
                  </a:cubicBezTo>
                  <a:cubicBezTo>
                    <a:pt x="687232" y="362193"/>
                    <a:pt x="715172" y="357113"/>
                    <a:pt x="764702" y="324093"/>
                  </a:cubicBezTo>
                  <a:cubicBezTo>
                    <a:pt x="840902" y="272023"/>
                    <a:pt x="952662" y="162803"/>
                    <a:pt x="1035212" y="106923"/>
                  </a:cubicBezTo>
                  <a:cubicBezTo>
                    <a:pt x="1097442" y="65013"/>
                    <a:pt x="1167292" y="24373"/>
                    <a:pt x="1209202" y="9133"/>
                  </a:cubicBezTo>
                  <a:cubicBezTo>
                    <a:pt x="1228252" y="2783"/>
                    <a:pt x="1240952" y="-1027"/>
                    <a:pt x="1256192" y="243"/>
                  </a:cubicBezTo>
                  <a:cubicBezTo>
                    <a:pt x="1272702" y="2783"/>
                    <a:pt x="1290482" y="10403"/>
                    <a:pt x="1300642" y="23103"/>
                  </a:cubicBezTo>
                  <a:cubicBezTo>
                    <a:pt x="1313342" y="38343"/>
                    <a:pt x="1323502" y="72633"/>
                    <a:pt x="1320962" y="91683"/>
                  </a:cubicBezTo>
                  <a:cubicBezTo>
                    <a:pt x="1319692" y="108193"/>
                    <a:pt x="1308262" y="123433"/>
                    <a:pt x="1296832" y="134863"/>
                  </a:cubicBezTo>
                  <a:cubicBezTo>
                    <a:pt x="1285402" y="145023"/>
                    <a:pt x="1267622" y="153913"/>
                    <a:pt x="1251112" y="153913"/>
                  </a:cubicBezTo>
                  <a:cubicBezTo>
                    <a:pt x="1232062" y="152643"/>
                    <a:pt x="1199042" y="138673"/>
                    <a:pt x="1186342" y="124703"/>
                  </a:cubicBezTo>
                  <a:cubicBezTo>
                    <a:pt x="1174912" y="112003"/>
                    <a:pt x="1168562" y="94223"/>
                    <a:pt x="1168562" y="78983"/>
                  </a:cubicBezTo>
                  <a:cubicBezTo>
                    <a:pt x="1169832" y="58663"/>
                    <a:pt x="1183802" y="26913"/>
                    <a:pt x="1201582" y="14213"/>
                  </a:cubicBezTo>
                  <a:cubicBezTo>
                    <a:pt x="1219362" y="1513"/>
                    <a:pt x="1253652" y="-1027"/>
                    <a:pt x="1272702" y="5323"/>
                  </a:cubicBezTo>
                  <a:cubicBezTo>
                    <a:pt x="1289212" y="9133"/>
                    <a:pt x="1303182" y="23103"/>
                    <a:pt x="1310802" y="35803"/>
                  </a:cubicBezTo>
                  <a:cubicBezTo>
                    <a:pt x="1319692" y="48503"/>
                    <a:pt x="1323502" y="67553"/>
                    <a:pt x="1322232" y="84063"/>
                  </a:cubicBezTo>
                  <a:cubicBezTo>
                    <a:pt x="1320962" y="99303"/>
                    <a:pt x="1317152" y="113273"/>
                    <a:pt x="1303182" y="128513"/>
                  </a:cubicBezTo>
                  <a:cubicBezTo>
                    <a:pt x="1268892" y="165343"/>
                    <a:pt x="1166022" y="189473"/>
                    <a:pt x="1069502" y="250433"/>
                  </a:cubicBezTo>
                  <a:cubicBezTo>
                    <a:pt x="887892" y="366003"/>
                    <a:pt x="509432" y="697473"/>
                    <a:pt x="321472" y="810503"/>
                  </a:cubicBezTo>
                  <a:cubicBezTo>
                    <a:pt x="218602" y="872733"/>
                    <a:pt x="119542" y="928613"/>
                    <a:pt x="68742" y="931153"/>
                  </a:cubicBezTo>
                  <a:cubicBezTo>
                    <a:pt x="48422" y="931153"/>
                    <a:pt x="34452" y="922263"/>
                    <a:pt x="23022" y="912103"/>
                  </a:cubicBezTo>
                  <a:cubicBezTo>
                    <a:pt x="11592" y="901943"/>
                    <a:pt x="2702" y="882893"/>
                    <a:pt x="162" y="867653"/>
                  </a:cubicBezTo>
                  <a:cubicBezTo>
                    <a:pt x="-1108" y="852413"/>
                    <a:pt x="5242" y="830823"/>
                    <a:pt x="14132" y="819393"/>
                  </a:cubicBezTo>
                  <a:cubicBezTo>
                    <a:pt x="19212" y="809233"/>
                    <a:pt x="39532" y="797803"/>
                    <a:pt x="39532" y="797803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8" id="88"/>
          <p:cNvSpPr txBox="true"/>
          <p:nvPr/>
        </p:nvSpPr>
        <p:spPr>
          <a:xfrm rot="0">
            <a:off x="16502463" y="347663"/>
            <a:ext cx="201657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 spc="-62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, 19</a:t>
            </a:r>
          </a:p>
        </p:txBody>
      </p:sp>
      <p:sp>
        <p:nvSpPr>
          <p:cNvPr name="Freeform 89" id="89"/>
          <p:cNvSpPr/>
          <p:nvPr/>
        </p:nvSpPr>
        <p:spPr>
          <a:xfrm flipH="false" flipV="false" rot="0">
            <a:off x="5043488" y="7868748"/>
            <a:ext cx="1961818" cy="474166"/>
          </a:xfrm>
          <a:custGeom>
            <a:avLst/>
            <a:gdLst/>
            <a:ahLst/>
            <a:cxnLst/>
            <a:rect r="r" b="b" t="t" l="l"/>
            <a:pathLst>
              <a:path h="474166" w="1961818">
                <a:moveTo>
                  <a:pt x="0" y="0"/>
                </a:moveTo>
                <a:lnTo>
                  <a:pt x="1961818" y="0"/>
                </a:lnTo>
                <a:lnTo>
                  <a:pt x="1961818" y="474167"/>
                </a:lnTo>
                <a:lnTo>
                  <a:pt x="0" y="47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5228457" y="7891533"/>
            <a:ext cx="39781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b="true" sz="2700" spc="-54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19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7206912" y="157162"/>
            <a:ext cx="970598" cy="878205"/>
            <a:chOff x="0" y="0"/>
            <a:chExt cx="1294130" cy="11709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50679" y="50800"/>
              <a:ext cx="1191502" cy="1069340"/>
            </a:xfrm>
            <a:custGeom>
              <a:avLst/>
              <a:gdLst/>
              <a:ahLst/>
              <a:cxnLst/>
              <a:rect r="r" b="b" t="t" l="l"/>
              <a:pathLst>
                <a:path h="1069340" w="1191502">
                  <a:moveTo>
                    <a:pt x="26791" y="946150"/>
                  </a:moveTo>
                  <a:cubicBezTo>
                    <a:pt x="268091" y="759460"/>
                    <a:pt x="421761" y="581660"/>
                    <a:pt x="534791" y="480060"/>
                  </a:cubicBezTo>
                  <a:cubicBezTo>
                    <a:pt x="626231" y="397510"/>
                    <a:pt x="718941" y="335280"/>
                    <a:pt x="791331" y="266700"/>
                  </a:cubicBezTo>
                  <a:cubicBezTo>
                    <a:pt x="849751" y="209550"/>
                    <a:pt x="896741" y="139700"/>
                    <a:pt x="938651" y="100330"/>
                  </a:cubicBezTo>
                  <a:cubicBezTo>
                    <a:pt x="964051" y="76200"/>
                    <a:pt x="981831" y="62230"/>
                    <a:pt x="1007231" y="46990"/>
                  </a:cubicBezTo>
                  <a:cubicBezTo>
                    <a:pt x="1033901" y="30480"/>
                    <a:pt x="1069461" y="12700"/>
                    <a:pt x="1094861" y="5080"/>
                  </a:cubicBezTo>
                  <a:cubicBezTo>
                    <a:pt x="1111371" y="1270"/>
                    <a:pt x="1125341" y="-1270"/>
                    <a:pt x="1139311" y="2540"/>
                  </a:cubicBezTo>
                  <a:cubicBezTo>
                    <a:pt x="1153281" y="5080"/>
                    <a:pt x="1168521" y="13970"/>
                    <a:pt x="1177411" y="25400"/>
                  </a:cubicBezTo>
                  <a:cubicBezTo>
                    <a:pt x="1187571" y="40640"/>
                    <a:pt x="1193921" y="72390"/>
                    <a:pt x="1190111" y="90170"/>
                  </a:cubicBezTo>
                  <a:cubicBezTo>
                    <a:pt x="1186301" y="105410"/>
                    <a:pt x="1174871" y="119380"/>
                    <a:pt x="1163441" y="127000"/>
                  </a:cubicBezTo>
                  <a:cubicBezTo>
                    <a:pt x="1152011" y="135890"/>
                    <a:pt x="1135501" y="142240"/>
                    <a:pt x="1120261" y="139700"/>
                  </a:cubicBezTo>
                  <a:cubicBezTo>
                    <a:pt x="1102481" y="138430"/>
                    <a:pt x="1074541" y="121920"/>
                    <a:pt x="1063111" y="107950"/>
                  </a:cubicBezTo>
                  <a:cubicBezTo>
                    <a:pt x="1054221" y="96520"/>
                    <a:pt x="1051681" y="78740"/>
                    <a:pt x="1052951" y="64770"/>
                  </a:cubicBezTo>
                  <a:cubicBezTo>
                    <a:pt x="1052951" y="50800"/>
                    <a:pt x="1059301" y="33020"/>
                    <a:pt x="1069461" y="22860"/>
                  </a:cubicBezTo>
                  <a:cubicBezTo>
                    <a:pt x="1083431" y="10160"/>
                    <a:pt x="1113911" y="0"/>
                    <a:pt x="1131691" y="0"/>
                  </a:cubicBezTo>
                  <a:cubicBezTo>
                    <a:pt x="1146931" y="1270"/>
                    <a:pt x="1162171" y="10160"/>
                    <a:pt x="1172331" y="20320"/>
                  </a:cubicBezTo>
                  <a:cubicBezTo>
                    <a:pt x="1182491" y="30480"/>
                    <a:pt x="1191381" y="45720"/>
                    <a:pt x="1191381" y="60960"/>
                  </a:cubicBezTo>
                  <a:cubicBezTo>
                    <a:pt x="1192651" y="78740"/>
                    <a:pt x="1183761" y="106680"/>
                    <a:pt x="1169791" y="121920"/>
                  </a:cubicBezTo>
                  <a:cubicBezTo>
                    <a:pt x="1152011" y="140970"/>
                    <a:pt x="1117721" y="138430"/>
                    <a:pt x="1088511" y="157480"/>
                  </a:cubicBezTo>
                  <a:cubicBezTo>
                    <a:pt x="1042791" y="189230"/>
                    <a:pt x="995801" y="257810"/>
                    <a:pt x="932301" y="314960"/>
                  </a:cubicBezTo>
                  <a:cubicBezTo>
                    <a:pt x="847211" y="389890"/>
                    <a:pt x="725291" y="468630"/>
                    <a:pt x="619881" y="565150"/>
                  </a:cubicBezTo>
                  <a:cubicBezTo>
                    <a:pt x="499231" y="675640"/>
                    <a:pt x="346831" y="859790"/>
                    <a:pt x="250311" y="946150"/>
                  </a:cubicBezTo>
                  <a:cubicBezTo>
                    <a:pt x="194431" y="995680"/>
                    <a:pt x="144901" y="1037590"/>
                    <a:pt x="109341" y="1055370"/>
                  </a:cubicBezTo>
                  <a:cubicBezTo>
                    <a:pt x="90291" y="1064260"/>
                    <a:pt x="77591" y="1069340"/>
                    <a:pt x="62351" y="1069340"/>
                  </a:cubicBezTo>
                  <a:cubicBezTo>
                    <a:pt x="47111" y="1068070"/>
                    <a:pt x="29331" y="1059180"/>
                    <a:pt x="17901" y="1047750"/>
                  </a:cubicBezTo>
                  <a:cubicBezTo>
                    <a:pt x="7741" y="1036320"/>
                    <a:pt x="-1149" y="1018540"/>
                    <a:pt x="121" y="1003300"/>
                  </a:cubicBezTo>
                  <a:cubicBezTo>
                    <a:pt x="121" y="985520"/>
                    <a:pt x="26791" y="946150"/>
                    <a:pt x="26791" y="94615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DAG5od2yHdw</dc:identifier>
  <dcterms:modified xsi:type="dcterms:W3CDTF">2011-08-01T06:04:30Z</dcterms:modified>
  <cp:revision>1</cp:revision>
  <dc:title>Aulao 5 - AEDS 2 Lourdes</dc:title>
</cp:coreProperties>
</file>