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</p:sldIdLst>
  <p:sldSz cx="18288000" cy="10287000"/>
  <p:notesSz cx="6858000" cy="9144000"/>
  <p:embeddedFontLst>
    <p:embeddedFont>
      <p:font typeface="Open Sauce Bold" charset="1" panose="00000800000000000000"/>
      <p:regular r:id="rId141"/>
    </p:embeddedFont>
    <p:embeddedFont>
      <p:font typeface="Antonio" charset="1" panose="02000503000000000000"/>
      <p:regular r:id="rId142"/>
    </p:embeddedFont>
    <p:embeddedFont>
      <p:font typeface="Open Sauce" charset="1" panose="00000500000000000000"/>
      <p:regular r:id="rId143"/>
    </p:embeddedFont>
    <p:embeddedFont>
      <p:font typeface="Antonio Bold" charset="1" panose="02000803000000000000"/>
      <p:regular r:id="rId144"/>
    </p:embeddedFont>
    <p:embeddedFont>
      <p:font typeface="Canva Sans" charset="1" panose="020B0503030501040103"/>
      <p:regular r:id="rId145"/>
    </p:embeddedFont>
    <p:embeddedFont>
      <p:font typeface="Canva Sans Bold" charset="1" panose="020B0803030501040103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fonts/font141.fntdata" Type="http://schemas.openxmlformats.org/officeDocument/2006/relationships/font"/><Relationship Id="rId142" Target="fonts/font142.fntdata" Type="http://schemas.openxmlformats.org/officeDocument/2006/relationships/font"/><Relationship Id="rId143" Target="fonts/font143.fntdata" Type="http://schemas.openxmlformats.org/officeDocument/2006/relationships/font"/><Relationship Id="rId144" Target="fonts/font144.fntdata" Type="http://schemas.openxmlformats.org/officeDocument/2006/relationships/font"/><Relationship Id="rId145" Target="fonts/font145.fntdata" Type="http://schemas.openxmlformats.org/officeDocument/2006/relationships/font"/><Relationship Id="rId146" Target="fonts/font146.fntdata" Type="http://schemas.openxmlformats.org/officeDocument/2006/relationships/font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4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68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7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media/image78.png" Type="http://schemas.openxmlformats.org/officeDocument/2006/relationships/image"/><Relationship Id="rId4" Target="../media/image81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81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7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9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0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1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2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3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4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5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6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7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8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09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10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111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3.png" Type="http://schemas.openxmlformats.org/officeDocument/2006/relationships/image"/><Relationship Id="rId3" Target="../media/image114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png" Type="http://schemas.openxmlformats.org/officeDocument/2006/relationships/image"/><Relationship Id="rId3" Target="../media/image117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0.png" Type="http://schemas.openxmlformats.org/officeDocument/2006/relationships/image"/><Relationship Id="rId3" Target="../media/image121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2.png" Type="http://schemas.openxmlformats.org/officeDocument/2006/relationships/image"/><Relationship Id="rId3" Target="../media/image123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4.png" Type="http://schemas.openxmlformats.org/officeDocument/2006/relationships/image"/><Relationship Id="rId3" Target="../media/image125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6.png" Type="http://schemas.openxmlformats.org/officeDocument/2006/relationships/image"/><Relationship Id="rId3" Target="../media/image127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8.png" Type="http://schemas.openxmlformats.org/officeDocument/2006/relationships/image"/><Relationship Id="rId3" Target="../media/image129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0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1.png" Type="http://schemas.openxmlformats.org/officeDocument/2006/relationships/image"/><Relationship Id="rId3" Target="../media/image132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3.png" Type="http://schemas.openxmlformats.org/officeDocument/2006/relationships/image"/><Relationship Id="rId3" Target="../media/image134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5.png" Type="http://schemas.openxmlformats.org/officeDocument/2006/relationships/image"/><Relationship Id="rId3" Target="../media/image136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7.png" Type="http://schemas.openxmlformats.org/officeDocument/2006/relationships/image"/><Relationship Id="rId3" Target="../media/image138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140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1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142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3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4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145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6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7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8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9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0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1.png" Type="http://schemas.openxmlformats.org/officeDocument/2006/relationships/image"/><Relationship Id="rId3" Target="../media/image139.pn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2.png" Type="http://schemas.openxmlformats.org/officeDocument/2006/relationships/image"/><Relationship Id="rId3" Target="../media/image139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3.png" Type="http://schemas.openxmlformats.org/officeDocument/2006/relationships/image"/><Relationship Id="rId3" Target="../media/image139.pn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4.pn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5.png" Type="http://schemas.openxmlformats.org/officeDocument/2006/relationships/image"/><Relationship Id="rId3" Target="../media/image156.pn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7.pn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8.png" Type="http://schemas.openxmlformats.org/officeDocument/2006/relationships/image"/><Relationship Id="rId3" Target="../media/image159.png" Type="http://schemas.openxmlformats.org/officeDocument/2006/relationships/image"/><Relationship Id="rId4" Target="../media/image160.png" Type="http://schemas.openxmlformats.org/officeDocument/2006/relationships/image"/><Relationship Id="rId5" Target="../media/image161.pn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2.png" Type="http://schemas.openxmlformats.org/officeDocument/2006/relationships/image"/><Relationship Id="rId3" Target="../media/image163.png" Type="http://schemas.openxmlformats.org/officeDocument/2006/relationships/image"/><Relationship Id="rId4" Target="../media/image164.pn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5.png" Type="http://schemas.openxmlformats.org/officeDocument/2006/relationships/image"/><Relationship Id="rId3" Target="../media/image160.pn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6.pn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7.png" Type="http://schemas.openxmlformats.org/officeDocument/2006/relationships/image"/><Relationship Id="rId3" Target="../media/image165.png" Type="http://schemas.openxmlformats.org/officeDocument/2006/relationships/image"/><Relationship Id="rId4" Target="../media/image160.png" Type="http://schemas.openxmlformats.org/officeDocument/2006/relationships/image"/><Relationship Id="rId5" Target="../media/image168.pn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07104" y="2944648"/>
            <a:ext cx="5246391" cy="5246370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4173" y="1008740"/>
            <a:ext cx="3338725" cy="717383"/>
            <a:chOff x="0" y="0"/>
            <a:chExt cx="4451634" cy="956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98062" y="281637"/>
              <a:ext cx="3053571" cy="36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PUC Minas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748112"/>
            <a:ext cx="8295772" cy="2790776"/>
            <a:chOff x="0" y="0"/>
            <a:chExt cx="11061030" cy="37210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350"/>
              <a:ext cx="11061030" cy="291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0"/>
                </a:lnSpc>
              </a:pPr>
              <a:r>
                <a:rPr lang="en-US" sz="15000" spc="-675">
                  <a:solidFill>
                    <a:srgbClr val="000000"/>
                  </a:solidFill>
                  <a:latin typeface="Antonio"/>
                  <a:ea typeface="Antonio"/>
                  <a:cs typeface="Antonio"/>
                  <a:sym typeface="Antonio"/>
                </a:rPr>
                <a:t>TAD FLEXÍVEL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174967"/>
              <a:ext cx="1106103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AULÃO DE AEDS 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7554" y="730685"/>
            <a:ext cx="5029894" cy="1769215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6910" y="1087709"/>
            <a:ext cx="40311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Tópicos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1900" y="2035830"/>
            <a:ext cx="6846851" cy="61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CLASSE CELULA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PILHA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FILA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LISTA SIMPLES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LISTA DUPLA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MATRIZ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920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54863" y="3245417"/>
            <a:ext cx="5082356" cy="3796166"/>
            <a:chOff x="0" y="0"/>
            <a:chExt cx="6776475" cy="506155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8955" y="0"/>
              <a:ext cx="6767520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Classe Celula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47961"/>
              <a:ext cx="6776475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Essa será a classe célula utilizada em todas as estruturas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simplesmente encadeadas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27442" y="3128005"/>
            <a:ext cx="12261306" cy="4093824"/>
          </a:xfrm>
          <a:custGeom>
            <a:avLst/>
            <a:gdLst/>
            <a:ahLst/>
            <a:cxnLst/>
            <a:rect r="r" b="b" t="t" l="l"/>
            <a:pathLst>
              <a:path h="4093824" w="12261306">
                <a:moveTo>
                  <a:pt x="0" y="0"/>
                </a:moveTo>
                <a:lnTo>
                  <a:pt x="12261307" y="0"/>
                </a:lnTo>
                <a:lnTo>
                  <a:pt x="12261307" y="4093824"/>
                </a:lnTo>
                <a:lnTo>
                  <a:pt x="0" y="4093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8" t="0" r="0" b="-158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28700" y="3309120"/>
            <a:ext cx="5774688" cy="3300839"/>
            <a:chOff x="0" y="0"/>
            <a:chExt cx="7699584" cy="44011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47961"/>
              <a:ext cx="7699584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Primeiro, vamos combinar a forma como vamos imaginar a estrutura.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67328" y="1429910"/>
            <a:ext cx="4795356" cy="7059259"/>
          </a:xfrm>
          <a:custGeom>
            <a:avLst/>
            <a:gdLst/>
            <a:ahLst/>
            <a:cxnLst/>
            <a:rect r="r" b="b" t="t" l="l"/>
            <a:pathLst>
              <a:path h="7059259" w="4795356">
                <a:moveTo>
                  <a:pt x="0" y="0"/>
                </a:moveTo>
                <a:lnTo>
                  <a:pt x="4795356" y="0"/>
                </a:lnTo>
                <a:lnTo>
                  <a:pt x="4795356" y="7059258"/>
                </a:lnTo>
                <a:lnTo>
                  <a:pt x="0" y="70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0626" y="-1513365"/>
            <a:ext cx="18404631" cy="13313729"/>
            <a:chOff x="0" y="0"/>
            <a:chExt cx="877811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111" cy="6350000"/>
            </a:xfrm>
            <a:custGeom>
              <a:avLst/>
              <a:gdLst/>
              <a:ahLst/>
              <a:cxnLst/>
              <a:rect r="r" b="b" t="t" l="l"/>
              <a:pathLst>
                <a:path h="6350000" w="8778111">
                  <a:moveTo>
                    <a:pt x="4389056" y="0"/>
                  </a:moveTo>
                  <a:cubicBezTo>
                    <a:pt x="1965047" y="0"/>
                    <a:pt x="0" y="1421496"/>
                    <a:pt x="0" y="3175000"/>
                  </a:cubicBezTo>
                  <a:cubicBezTo>
                    <a:pt x="0" y="4928504"/>
                    <a:pt x="1965047" y="6350000"/>
                    <a:pt x="4389056" y="6350000"/>
                  </a:cubicBezTo>
                  <a:cubicBezTo>
                    <a:pt x="6813065" y="6350000"/>
                    <a:pt x="8778111" y="4928504"/>
                    <a:pt x="8778111" y="3175000"/>
                  </a:cubicBezTo>
                  <a:cubicBezTo>
                    <a:pt x="8778111" y="1421496"/>
                    <a:pt x="6813065" y="0"/>
                    <a:pt x="438905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5611" y="2975941"/>
            <a:ext cx="9686514" cy="3276736"/>
            <a:chOff x="0" y="0"/>
            <a:chExt cx="12915352" cy="436898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2915352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42903"/>
              <a:ext cx="12915352" cy="202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6106" indent="-313053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</a:t>
              </a:r>
            </a:p>
            <a:p>
              <a:pPr algn="l" marL="626106" indent="-313053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</a:t>
              </a:r>
            </a:p>
            <a:p>
              <a:pPr algn="l" marL="626106" indent="-313053" lvl="1">
                <a:lnSpc>
                  <a:spcPts val="4059"/>
                </a:lnSpc>
                <a:buFont typeface="Arial"/>
                <a:buChar char="•"/>
              </a:pPr>
              <a:r>
                <a:rPr lang="en-US" sz="28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76932" y="1949936"/>
            <a:ext cx="5774688" cy="6387128"/>
            <a:chOff x="0" y="0"/>
            <a:chExt cx="7699584" cy="8516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47961"/>
              <a:ext cx="7699584" cy="606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Antes de chegar no Inserir o construtor já rodou e criou uma célula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Topo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que aponta para Null</a:t>
              </a: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2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que você faria para inserir uma célula nova? Lembre- se de seguir as restrições da pilha.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96432" y="3095096"/>
            <a:ext cx="10806515" cy="3637566"/>
          </a:xfrm>
          <a:custGeom>
            <a:avLst/>
            <a:gdLst/>
            <a:ahLst/>
            <a:cxnLst/>
            <a:rect r="r" b="b" t="t" l="l"/>
            <a:pathLst>
              <a:path h="3637566" w="10806515">
                <a:moveTo>
                  <a:pt x="0" y="0"/>
                </a:moveTo>
                <a:lnTo>
                  <a:pt x="10806515" y="0"/>
                </a:lnTo>
                <a:lnTo>
                  <a:pt x="10806515" y="3637566"/>
                </a:lnTo>
                <a:lnTo>
                  <a:pt x="0" y="363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8" t="0" r="-8999" b="-9111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2492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492243" y="1295400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03"/>
              <a:ext cx="7699584" cy="47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9366" y="3493081"/>
            <a:ext cx="5330551" cy="3300839"/>
            <a:chOff x="0" y="0"/>
            <a:chExt cx="7107401" cy="440111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393" y="0"/>
              <a:ext cx="7098008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47961"/>
              <a:ext cx="7107401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estratégia é criar uma nova célula tem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rária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a definir como novo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Topo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429500" y="1754619"/>
            <a:ext cx="9698274" cy="6177825"/>
          </a:xfrm>
          <a:custGeom>
            <a:avLst/>
            <a:gdLst/>
            <a:ahLst/>
            <a:cxnLst/>
            <a:rect r="r" b="b" t="t" l="l"/>
            <a:pathLst>
              <a:path h="6177825" w="9698274">
                <a:moveTo>
                  <a:pt x="0" y="0"/>
                </a:moveTo>
                <a:lnTo>
                  <a:pt x="9698274" y="0"/>
                </a:lnTo>
                <a:lnTo>
                  <a:pt x="9698274" y="6177825"/>
                </a:lnTo>
                <a:lnTo>
                  <a:pt x="0" y="6177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91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2492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492243" y="1295400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03"/>
              <a:ext cx="7699584" cy="47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9366" y="4029683"/>
            <a:ext cx="5330551" cy="2227634"/>
            <a:chOff x="0" y="0"/>
            <a:chExt cx="7107401" cy="29701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393" y="0"/>
              <a:ext cx="7098008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67011"/>
              <a:ext cx="7107401" cy="503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785356" y="2801070"/>
            <a:ext cx="9413774" cy="3022656"/>
          </a:xfrm>
          <a:custGeom>
            <a:avLst/>
            <a:gdLst/>
            <a:ahLst/>
            <a:cxnLst/>
            <a:rect r="r" b="b" t="t" l="l"/>
            <a:pathLst>
              <a:path h="3022656" w="9413774">
                <a:moveTo>
                  <a:pt x="0" y="0"/>
                </a:moveTo>
                <a:lnTo>
                  <a:pt x="9413774" y="0"/>
                </a:lnTo>
                <a:lnTo>
                  <a:pt x="9413774" y="3022656"/>
                </a:lnTo>
                <a:lnTo>
                  <a:pt x="0" y="302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273" r="-9788" b="-1871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22279" y="5996707"/>
            <a:ext cx="3057743" cy="3261593"/>
          </a:xfrm>
          <a:custGeom>
            <a:avLst/>
            <a:gdLst/>
            <a:ahLst/>
            <a:cxnLst/>
            <a:rect r="r" b="b" t="t" l="l"/>
            <a:pathLst>
              <a:path h="3261593" w="3057743">
                <a:moveTo>
                  <a:pt x="0" y="0"/>
                </a:moveTo>
                <a:lnTo>
                  <a:pt x="3057743" y="0"/>
                </a:lnTo>
                <a:lnTo>
                  <a:pt x="3057743" y="3261593"/>
                </a:lnTo>
                <a:lnTo>
                  <a:pt x="0" y="3261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2492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492243" y="1295400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03"/>
              <a:ext cx="7699584" cy="47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2206" y="2893940"/>
            <a:ext cx="5604871" cy="3796166"/>
            <a:chOff x="0" y="0"/>
            <a:chExt cx="7473161" cy="506155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876" y="0"/>
              <a:ext cx="7463285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47961"/>
              <a:ext cx="7473161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Nesse caso não temos ninguém então Topo aponta para null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rtando tmp.prox continua apontando pra Null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42358" y="1902148"/>
            <a:ext cx="8808232" cy="2889875"/>
          </a:xfrm>
          <a:custGeom>
            <a:avLst/>
            <a:gdLst/>
            <a:ahLst/>
            <a:cxnLst/>
            <a:rect r="r" b="b" t="t" l="l"/>
            <a:pathLst>
              <a:path h="2889875" w="8808232">
                <a:moveTo>
                  <a:pt x="0" y="0"/>
                </a:moveTo>
                <a:lnTo>
                  <a:pt x="8808232" y="0"/>
                </a:lnTo>
                <a:lnTo>
                  <a:pt x="8808232" y="2889874"/>
                </a:lnTo>
                <a:lnTo>
                  <a:pt x="0" y="2889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40" r="0" b="-2363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43585" y="5143500"/>
            <a:ext cx="3805777" cy="4059496"/>
          </a:xfrm>
          <a:custGeom>
            <a:avLst/>
            <a:gdLst/>
            <a:ahLst/>
            <a:cxnLst/>
            <a:rect r="r" b="b" t="t" l="l"/>
            <a:pathLst>
              <a:path h="4059496" w="3805777">
                <a:moveTo>
                  <a:pt x="0" y="0"/>
                </a:moveTo>
                <a:lnTo>
                  <a:pt x="3805778" y="0"/>
                </a:lnTo>
                <a:lnTo>
                  <a:pt x="3805778" y="4059496"/>
                </a:lnTo>
                <a:lnTo>
                  <a:pt x="0" y="4059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2492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492243" y="1295400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03"/>
              <a:ext cx="7699584" cy="47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2023" y="4029683"/>
            <a:ext cx="5604871" cy="2227634"/>
            <a:chOff x="0" y="0"/>
            <a:chExt cx="7473161" cy="29701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876" y="0"/>
              <a:ext cx="7463285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67011"/>
              <a:ext cx="7473161" cy="503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42358" y="1902148"/>
            <a:ext cx="8808232" cy="2889875"/>
          </a:xfrm>
          <a:custGeom>
            <a:avLst/>
            <a:gdLst/>
            <a:ahLst/>
            <a:cxnLst/>
            <a:rect r="r" b="b" t="t" l="l"/>
            <a:pathLst>
              <a:path h="2889875" w="8808232">
                <a:moveTo>
                  <a:pt x="0" y="0"/>
                </a:moveTo>
                <a:lnTo>
                  <a:pt x="8808232" y="0"/>
                </a:lnTo>
                <a:lnTo>
                  <a:pt x="8808232" y="2889874"/>
                </a:lnTo>
                <a:lnTo>
                  <a:pt x="0" y="2889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40" r="0" b="-2363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46041" y="1902148"/>
            <a:ext cx="8804549" cy="3280531"/>
          </a:xfrm>
          <a:custGeom>
            <a:avLst/>
            <a:gdLst/>
            <a:ahLst/>
            <a:cxnLst/>
            <a:rect r="r" b="b" t="t" l="l"/>
            <a:pathLst>
              <a:path h="3280531" w="8804549">
                <a:moveTo>
                  <a:pt x="0" y="0"/>
                </a:moveTo>
                <a:lnTo>
                  <a:pt x="8804549" y="0"/>
                </a:lnTo>
                <a:lnTo>
                  <a:pt x="8804549" y="3280530"/>
                </a:lnTo>
                <a:lnTo>
                  <a:pt x="0" y="3280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" t="0" r="-1398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30522" y="5450945"/>
            <a:ext cx="5235587" cy="4297545"/>
          </a:xfrm>
          <a:custGeom>
            <a:avLst/>
            <a:gdLst/>
            <a:ahLst/>
            <a:cxnLst/>
            <a:rect r="r" b="b" t="t" l="l"/>
            <a:pathLst>
              <a:path h="4297545" w="5235587">
                <a:moveTo>
                  <a:pt x="0" y="0"/>
                </a:moveTo>
                <a:lnTo>
                  <a:pt x="5235587" y="0"/>
                </a:lnTo>
                <a:lnTo>
                  <a:pt x="5235587" y="4297545"/>
                </a:lnTo>
                <a:lnTo>
                  <a:pt x="0" y="4297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249282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492243" y="1295400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03"/>
              <a:ext cx="7699584" cy="471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5086" y="4104124"/>
            <a:ext cx="5604871" cy="2227634"/>
            <a:chOff x="0" y="0"/>
            <a:chExt cx="7473161" cy="29701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876" y="0"/>
              <a:ext cx="7463285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inserir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67011"/>
              <a:ext cx="7473161" cy="503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42358" y="1902148"/>
            <a:ext cx="8808232" cy="2889875"/>
          </a:xfrm>
          <a:custGeom>
            <a:avLst/>
            <a:gdLst/>
            <a:ahLst/>
            <a:cxnLst/>
            <a:rect r="r" b="b" t="t" l="l"/>
            <a:pathLst>
              <a:path h="2889875" w="8808232">
                <a:moveTo>
                  <a:pt x="0" y="0"/>
                </a:moveTo>
                <a:lnTo>
                  <a:pt x="8808232" y="0"/>
                </a:lnTo>
                <a:lnTo>
                  <a:pt x="8808232" y="2889874"/>
                </a:lnTo>
                <a:lnTo>
                  <a:pt x="0" y="2889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40" r="0" b="-2363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46041" y="1902148"/>
            <a:ext cx="8804549" cy="3315793"/>
          </a:xfrm>
          <a:custGeom>
            <a:avLst/>
            <a:gdLst/>
            <a:ahLst/>
            <a:cxnLst/>
            <a:rect r="r" b="b" t="t" l="l"/>
            <a:pathLst>
              <a:path h="3315793" w="8804549">
                <a:moveTo>
                  <a:pt x="0" y="0"/>
                </a:moveTo>
                <a:lnTo>
                  <a:pt x="8804549" y="0"/>
                </a:lnTo>
                <a:lnTo>
                  <a:pt x="8804549" y="3315793"/>
                </a:lnTo>
                <a:lnTo>
                  <a:pt x="0" y="3315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73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98072" y="5562731"/>
            <a:ext cx="4700488" cy="3466187"/>
          </a:xfrm>
          <a:custGeom>
            <a:avLst/>
            <a:gdLst/>
            <a:ahLst/>
            <a:cxnLst/>
            <a:rect r="r" b="b" t="t" l="l"/>
            <a:pathLst>
              <a:path h="3466187" w="4700488">
                <a:moveTo>
                  <a:pt x="0" y="0"/>
                </a:moveTo>
                <a:lnTo>
                  <a:pt x="4700488" y="0"/>
                </a:lnTo>
                <a:lnTo>
                  <a:pt x="4700488" y="3466187"/>
                </a:lnTo>
                <a:lnTo>
                  <a:pt x="0" y="3466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38855" y="3497884"/>
            <a:ext cx="5774688" cy="3291232"/>
            <a:chOff x="0" y="0"/>
            <a:chExt cx="7699584" cy="4388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699584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que você faria para remover a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célula do topo? Seguindo as restrições da pilha.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7180" y="3212653"/>
            <a:ext cx="8024531" cy="3861695"/>
          </a:xfrm>
          <a:custGeom>
            <a:avLst/>
            <a:gdLst/>
            <a:ahLst/>
            <a:cxnLst/>
            <a:rect r="r" b="b" t="t" l="l"/>
            <a:pathLst>
              <a:path h="3861695" w="8024531">
                <a:moveTo>
                  <a:pt x="0" y="0"/>
                </a:moveTo>
                <a:lnTo>
                  <a:pt x="8024531" y="0"/>
                </a:lnTo>
                <a:lnTo>
                  <a:pt x="8024531" y="3861694"/>
                </a:lnTo>
                <a:lnTo>
                  <a:pt x="0" y="386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7592" y="2162470"/>
            <a:ext cx="2288045" cy="5962059"/>
          </a:xfrm>
          <a:custGeom>
            <a:avLst/>
            <a:gdLst/>
            <a:ahLst/>
            <a:cxnLst/>
            <a:rect r="r" b="b" t="t" l="l"/>
            <a:pathLst>
              <a:path h="5962059" w="2288045">
                <a:moveTo>
                  <a:pt x="0" y="0"/>
                </a:moveTo>
                <a:lnTo>
                  <a:pt x="2288045" y="0"/>
                </a:lnTo>
                <a:lnTo>
                  <a:pt x="2288045" y="5962060"/>
                </a:lnTo>
                <a:lnTo>
                  <a:pt x="0" y="596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9" t="0" r="-27811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47415" y="3993211"/>
            <a:ext cx="5774688" cy="2300578"/>
            <a:chOff x="0" y="0"/>
            <a:chExt cx="7699584" cy="3067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699584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07592" y="2162470"/>
            <a:ext cx="2288045" cy="5962059"/>
          </a:xfrm>
          <a:custGeom>
            <a:avLst/>
            <a:gdLst/>
            <a:ahLst/>
            <a:cxnLst/>
            <a:rect r="r" b="b" t="t" l="l"/>
            <a:pathLst>
              <a:path h="5962059" w="2288045">
                <a:moveTo>
                  <a:pt x="0" y="0"/>
                </a:moveTo>
                <a:lnTo>
                  <a:pt x="2288045" y="0"/>
                </a:lnTo>
                <a:lnTo>
                  <a:pt x="2288045" y="5962060"/>
                </a:lnTo>
                <a:lnTo>
                  <a:pt x="0" y="596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9" t="0" r="-2781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3143" y="2612029"/>
            <a:ext cx="7686180" cy="4761946"/>
          </a:xfrm>
          <a:custGeom>
            <a:avLst/>
            <a:gdLst/>
            <a:ahLst/>
            <a:cxnLst/>
            <a:rect r="r" b="b" t="t" l="l"/>
            <a:pathLst>
              <a:path h="4761946" w="7686180">
                <a:moveTo>
                  <a:pt x="0" y="0"/>
                </a:moveTo>
                <a:lnTo>
                  <a:pt x="7686180" y="0"/>
                </a:lnTo>
                <a:lnTo>
                  <a:pt x="7686180" y="4761946"/>
                </a:lnTo>
                <a:lnTo>
                  <a:pt x="0" y="476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83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64651" y="2195876"/>
            <a:ext cx="2773926" cy="5928654"/>
          </a:xfrm>
          <a:custGeom>
            <a:avLst/>
            <a:gdLst/>
            <a:ahLst/>
            <a:cxnLst/>
            <a:rect r="r" b="b" t="t" l="l"/>
            <a:pathLst>
              <a:path h="5928654" w="2773926">
                <a:moveTo>
                  <a:pt x="0" y="0"/>
                </a:moveTo>
                <a:lnTo>
                  <a:pt x="2773926" y="0"/>
                </a:lnTo>
                <a:lnTo>
                  <a:pt x="2773926" y="5928654"/>
                </a:lnTo>
                <a:lnTo>
                  <a:pt x="0" y="5928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33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47415" y="3993211"/>
            <a:ext cx="5774688" cy="2300578"/>
            <a:chOff x="0" y="0"/>
            <a:chExt cx="7699584" cy="3067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699584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88626" y="2725860"/>
            <a:ext cx="3079084" cy="5033154"/>
          </a:xfrm>
          <a:custGeom>
            <a:avLst/>
            <a:gdLst/>
            <a:ahLst/>
            <a:cxnLst/>
            <a:rect r="r" b="b" t="t" l="l"/>
            <a:pathLst>
              <a:path h="5033154" w="3079084">
                <a:moveTo>
                  <a:pt x="0" y="0"/>
                </a:moveTo>
                <a:lnTo>
                  <a:pt x="3079084" y="0"/>
                </a:lnTo>
                <a:lnTo>
                  <a:pt x="3079084" y="5033154"/>
                </a:lnTo>
                <a:lnTo>
                  <a:pt x="0" y="5033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34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4429" y="2812689"/>
            <a:ext cx="7665937" cy="4661621"/>
          </a:xfrm>
          <a:custGeom>
            <a:avLst/>
            <a:gdLst/>
            <a:ahLst/>
            <a:cxnLst/>
            <a:rect r="r" b="b" t="t" l="l"/>
            <a:pathLst>
              <a:path h="4661621" w="7665937">
                <a:moveTo>
                  <a:pt x="0" y="0"/>
                </a:moveTo>
                <a:lnTo>
                  <a:pt x="7665937" y="0"/>
                </a:lnTo>
                <a:lnTo>
                  <a:pt x="7665937" y="4661622"/>
                </a:lnTo>
                <a:lnTo>
                  <a:pt x="0" y="466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829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47415" y="3966261"/>
            <a:ext cx="5774688" cy="2300578"/>
            <a:chOff x="0" y="0"/>
            <a:chExt cx="7699584" cy="3067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0"/>
              <a:ext cx="76894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699584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0366" y="2725860"/>
            <a:ext cx="7713960" cy="4643539"/>
          </a:xfrm>
          <a:custGeom>
            <a:avLst/>
            <a:gdLst/>
            <a:ahLst/>
            <a:cxnLst/>
            <a:rect r="r" b="b" t="t" l="l"/>
            <a:pathLst>
              <a:path h="4643539" w="7713960">
                <a:moveTo>
                  <a:pt x="0" y="0"/>
                </a:moveTo>
                <a:lnTo>
                  <a:pt x="7713960" y="0"/>
                </a:lnTo>
                <a:lnTo>
                  <a:pt x="7713960" y="4643539"/>
                </a:lnTo>
                <a:lnTo>
                  <a:pt x="0" y="464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12002" y="2863701"/>
            <a:ext cx="2431841" cy="4362579"/>
          </a:xfrm>
          <a:custGeom>
            <a:avLst/>
            <a:gdLst/>
            <a:ahLst/>
            <a:cxnLst/>
            <a:rect r="r" b="b" t="t" l="l"/>
            <a:pathLst>
              <a:path h="4362579" w="2431841">
                <a:moveTo>
                  <a:pt x="0" y="0"/>
                </a:moveTo>
                <a:lnTo>
                  <a:pt x="2431840" y="0"/>
                </a:lnTo>
                <a:lnTo>
                  <a:pt x="2431840" y="4362579"/>
                </a:lnTo>
                <a:lnTo>
                  <a:pt x="0" y="4362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92" t="-10180" r="-15399" b="-718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12002" y="2863701"/>
            <a:ext cx="2511620" cy="4505699"/>
          </a:xfrm>
          <a:custGeom>
            <a:avLst/>
            <a:gdLst/>
            <a:ahLst/>
            <a:cxnLst/>
            <a:rect r="r" b="b" t="t" l="l"/>
            <a:pathLst>
              <a:path h="4505699" w="2511620">
                <a:moveTo>
                  <a:pt x="0" y="0"/>
                </a:moveTo>
                <a:lnTo>
                  <a:pt x="2511619" y="0"/>
                </a:lnTo>
                <a:lnTo>
                  <a:pt x="2511619" y="4505698"/>
                </a:lnTo>
                <a:lnTo>
                  <a:pt x="0" y="4505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92" t="-10180" r="-15399" b="-7186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21289" y="3993211"/>
            <a:ext cx="5996756" cy="2300578"/>
            <a:chOff x="0" y="0"/>
            <a:chExt cx="7995675" cy="3067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566" y="0"/>
              <a:ext cx="79851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99567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ATENÇÃO: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 e 7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não estão ligados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07592" y="2162470"/>
            <a:ext cx="2288045" cy="5962059"/>
          </a:xfrm>
          <a:custGeom>
            <a:avLst/>
            <a:gdLst/>
            <a:ahLst/>
            <a:cxnLst/>
            <a:rect r="r" b="b" t="t" l="l"/>
            <a:pathLst>
              <a:path h="5962059" w="2288045">
                <a:moveTo>
                  <a:pt x="0" y="0"/>
                </a:moveTo>
                <a:lnTo>
                  <a:pt x="2288045" y="0"/>
                </a:lnTo>
                <a:lnTo>
                  <a:pt x="2288045" y="5962060"/>
                </a:lnTo>
                <a:lnTo>
                  <a:pt x="0" y="596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09" t="0" r="-2781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1390" y="2914890"/>
            <a:ext cx="7262889" cy="3936743"/>
          </a:xfrm>
          <a:custGeom>
            <a:avLst/>
            <a:gdLst/>
            <a:ahLst/>
            <a:cxnLst/>
            <a:rect r="r" b="b" t="t" l="l"/>
            <a:pathLst>
              <a:path h="3936743" w="7262889">
                <a:moveTo>
                  <a:pt x="0" y="0"/>
                </a:moveTo>
                <a:lnTo>
                  <a:pt x="7262889" y="0"/>
                </a:lnTo>
                <a:lnTo>
                  <a:pt x="7262889" y="3936743"/>
                </a:lnTo>
                <a:lnTo>
                  <a:pt x="0" y="3936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81518" y="0"/>
            <a:ext cx="6706482" cy="10576405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936381" y="3993211"/>
            <a:ext cx="5996756" cy="2300578"/>
            <a:chOff x="0" y="0"/>
            <a:chExt cx="7995675" cy="3067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566" y="0"/>
              <a:ext cx="7985109" cy="160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79"/>
                </a:lnSpc>
              </a:pPr>
              <a:r>
                <a:rPr lang="en-US" b="true" sz="7899" spc="-15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35153"/>
              <a:ext cx="7995675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ATENÇÃO: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 e 7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não estão ligados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2202" y="2768349"/>
            <a:ext cx="8399772" cy="4474988"/>
          </a:xfrm>
          <a:custGeom>
            <a:avLst/>
            <a:gdLst/>
            <a:ahLst/>
            <a:cxnLst/>
            <a:rect r="r" b="b" t="t" l="l"/>
            <a:pathLst>
              <a:path h="4474988" w="8399772">
                <a:moveTo>
                  <a:pt x="0" y="0"/>
                </a:moveTo>
                <a:lnTo>
                  <a:pt x="8399772" y="0"/>
                </a:lnTo>
                <a:lnTo>
                  <a:pt x="8399772" y="4474988"/>
                </a:lnTo>
                <a:lnTo>
                  <a:pt x="0" y="4474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84385" y="2605600"/>
            <a:ext cx="2623602" cy="5128927"/>
          </a:xfrm>
          <a:custGeom>
            <a:avLst/>
            <a:gdLst/>
            <a:ahLst/>
            <a:cxnLst/>
            <a:rect r="r" b="b" t="t" l="l"/>
            <a:pathLst>
              <a:path h="5128927" w="2623602">
                <a:moveTo>
                  <a:pt x="0" y="0"/>
                </a:moveTo>
                <a:lnTo>
                  <a:pt x="2623602" y="0"/>
                </a:lnTo>
                <a:lnTo>
                  <a:pt x="2623602" y="5128927"/>
                </a:lnTo>
                <a:lnTo>
                  <a:pt x="0" y="5128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1212" y="3493081"/>
            <a:ext cx="5866128" cy="3300839"/>
            <a:chOff x="0" y="0"/>
            <a:chExt cx="7821504" cy="44011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36" y="0"/>
              <a:ext cx="7811168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47961"/>
              <a:ext cx="7821504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que você faria para mostrar todas as células? Seguindo as restrições da Pilha.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94369" y="3195150"/>
            <a:ext cx="6757381" cy="3206385"/>
          </a:xfrm>
          <a:custGeom>
            <a:avLst/>
            <a:gdLst/>
            <a:ahLst/>
            <a:cxnLst/>
            <a:rect r="r" b="b" t="t" l="l"/>
            <a:pathLst>
              <a:path h="3206385" w="6757381">
                <a:moveTo>
                  <a:pt x="0" y="0"/>
                </a:moveTo>
                <a:lnTo>
                  <a:pt x="6757380" y="0"/>
                </a:lnTo>
                <a:lnTo>
                  <a:pt x="6757380" y="3206385"/>
                </a:lnTo>
                <a:lnTo>
                  <a:pt x="0" y="3206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01839" y="1934901"/>
            <a:ext cx="3573450" cy="5726882"/>
          </a:xfrm>
          <a:custGeom>
            <a:avLst/>
            <a:gdLst/>
            <a:ahLst/>
            <a:cxnLst/>
            <a:rect r="r" b="b" t="t" l="l"/>
            <a:pathLst>
              <a:path h="5726882" w="3573450">
                <a:moveTo>
                  <a:pt x="0" y="0"/>
                </a:moveTo>
                <a:lnTo>
                  <a:pt x="3573449" y="0"/>
                </a:lnTo>
                <a:lnTo>
                  <a:pt x="3573449" y="5726883"/>
                </a:lnTo>
                <a:lnTo>
                  <a:pt x="0" y="5726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1212" y="3493081"/>
            <a:ext cx="5866128" cy="3300839"/>
            <a:chOff x="0" y="0"/>
            <a:chExt cx="7821504" cy="44011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36" y="0"/>
              <a:ext cx="7811168" cy="1612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99"/>
                </a:lnSpc>
              </a:pPr>
              <a:r>
                <a:rPr lang="en-US" b="true" sz="7999" spc="-15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47961"/>
              <a:ext cx="7821504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estratégia é a partir do topo descer até a base da pilha, seguindo os ponteiros.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64130" y="4771352"/>
            <a:ext cx="3156622" cy="5058866"/>
          </a:xfrm>
          <a:custGeom>
            <a:avLst/>
            <a:gdLst/>
            <a:ahLst/>
            <a:cxnLst/>
            <a:rect r="r" b="b" t="t" l="l"/>
            <a:pathLst>
              <a:path h="5058866" w="3156622">
                <a:moveTo>
                  <a:pt x="0" y="0"/>
                </a:moveTo>
                <a:lnTo>
                  <a:pt x="3156623" y="0"/>
                </a:lnTo>
                <a:lnTo>
                  <a:pt x="3156623" y="5058866"/>
                </a:lnTo>
                <a:lnTo>
                  <a:pt x="0" y="505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3087" y="1780638"/>
            <a:ext cx="7934188" cy="2990714"/>
          </a:xfrm>
          <a:custGeom>
            <a:avLst/>
            <a:gdLst/>
            <a:ahLst/>
            <a:cxnLst/>
            <a:rect r="r" b="b" t="t" l="l"/>
            <a:pathLst>
              <a:path h="2990714" w="7934188">
                <a:moveTo>
                  <a:pt x="0" y="0"/>
                </a:moveTo>
                <a:lnTo>
                  <a:pt x="7934189" y="0"/>
                </a:lnTo>
                <a:lnTo>
                  <a:pt x="7934189" y="2990714"/>
                </a:lnTo>
                <a:lnTo>
                  <a:pt x="0" y="299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7743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que retorna a soma dos elementos contidos na mesma.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25387" y="1988075"/>
            <a:ext cx="3156622" cy="5058866"/>
          </a:xfrm>
          <a:custGeom>
            <a:avLst/>
            <a:gdLst/>
            <a:ahLst/>
            <a:cxnLst/>
            <a:rect r="r" b="b" t="t" l="l"/>
            <a:pathLst>
              <a:path h="5058866" w="3156622">
                <a:moveTo>
                  <a:pt x="0" y="0"/>
                </a:moveTo>
                <a:lnTo>
                  <a:pt x="3156623" y="0"/>
                </a:lnTo>
                <a:lnTo>
                  <a:pt x="3156623" y="5058866"/>
                </a:lnTo>
                <a:lnTo>
                  <a:pt x="0" y="505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7743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que retorna a soma dos elementos contidos na mesma.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7743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que retorna a soma dos elementos contidos na mesma.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37254" y="3371399"/>
            <a:ext cx="9722046" cy="3205070"/>
          </a:xfrm>
          <a:custGeom>
            <a:avLst/>
            <a:gdLst/>
            <a:ahLst/>
            <a:cxnLst/>
            <a:rect r="r" b="b" t="t" l="l"/>
            <a:pathLst>
              <a:path h="3205070" w="9722046">
                <a:moveTo>
                  <a:pt x="0" y="0"/>
                </a:moveTo>
                <a:lnTo>
                  <a:pt x="9722046" y="0"/>
                </a:lnTo>
                <a:lnTo>
                  <a:pt x="9722046" y="3205070"/>
                </a:lnTo>
                <a:lnTo>
                  <a:pt x="0" y="320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616120" y="3297845"/>
            <a:ext cx="5853065" cy="3691309"/>
            <a:chOff x="0" y="0"/>
            <a:chExt cx="7804087" cy="49217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RECURSIVO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que retorna a soma dos elementos contidos na mesma.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03319" y="2249332"/>
            <a:ext cx="3156622" cy="5058866"/>
          </a:xfrm>
          <a:custGeom>
            <a:avLst/>
            <a:gdLst/>
            <a:ahLst/>
            <a:cxnLst/>
            <a:rect r="r" b="b" t="t" l="l"/>
            <a:pathLst>
              <a:path h="5058866" w="3156622">
                <a:moveTo>
                  <a:pt x="0" y="0"/>
                </a:moveTo>
                <a:lnTo>
                  <a:pt x="3156622" y="0"/>
                </a:lnTo>
                <a:lnTo>
                  <a:pt x="3156622" y="5058866"/>
                </a:lnTo>
                <a:lnTo>
                  <a:pt x="0" y="505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662708" y="2319822"/>
            <a:ext cx="7467886" cy="5647357"/>
          </a:xfrm>
          <a:custGeom>
            <a:avLst/>
            <a:gdLst/>
            <a:ahLst/>
            <a:cxnLst/>
            <a:rect r="r" b="b" t="t" l="l"/>
            <a:pathLst>
              <a:path h="5647357" w="7467886">
                <a:moveTo>
                  <a:pt x="0" y="0"/>
                </a:moveTo>
                <a:lnTo>
                  <a:pt x="7467887" y="0"/>
                </a:lnTo>
                <a:lnTo>
                  <a:pt x="7467887" y="5647356"/>
                </a:lnTo>
                <a:lnTo>
                  <a:pt x="0" y="564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297845"/>
            <a:ext cx="5853065" cy="3691309"/>
            <a:chOff x="0" y="0"/>
            <a:chExt cx="7804087" cy="49217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7804087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RECURSIVO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que retorna a soma dos elementos contidos na mesma.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7743" y="3297845"/>
            <a:ext cx="5853065" cy="3691309"/>
            <a:chOff x="0" y="0"/>
            <a:chExt cx="7804087" cy="49217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RECURSIVO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para mostrar os elementos da pilha na ordem em que os mesmos foram inseridos.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537743" y="3167180"/>
            <a:ext cx="5853065" cy="3691309"/>
            <a:chOff x="0" y="0"/>
            <a:chExt cx="7804087" cy="49217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Pilha -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Pilha, faça um método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RECURSIVO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para mostrar os elementos da pilha na ordem em que os mesmos foram inseridos.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663147" y="3293089"/>
            <a:ext cx="9757428" cy="3439493"/>
          </a:xfrm>
          <a:custGeom>
            <a:avLst/>
            <a:gdLst/>
            <a:ahLst/>
            <a:cxnLst/>
            <a:rect r="r" b="b" t="t" l="l"/>
            <a:pathLst>
              <a:path h="3439493" w="9757428">
                <a:moveTo>
                  <a:pt x="0" y="0"/>
                </a:moveTo>
                <a:lnTo>
                  <a:pt x="9757427" y="0"/>
                </a:lnTo>
                <a:lnTo>
                  <a:pt x="9757427" y="3439493"/>
                </a:lnTo>
                <a:lnTo>
                  <a:pt x="0" y="343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899878" y="2997066"/>
            <a:ext cx="5853065" cy="3691309"/>
            <a:chOff x="0" y="0"/>
            <a:chExt cx="7804087" cy="49217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Vamos combinar uma forma de visualizar a fila e relembrar a estrutura de célula que estamos usando.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962124" y="2779911"/>
            <a:ext cx="4295237" cy="4727178"/>
          </a:xfrm>
          <a:custGeom>
            <a:avLst/>
            <a:gdLst/>
            <a:ahLst/>
            <a:cxnLst/>
            <a:rect r="r" b="b" t="t" l="l"/>
            <a:pathLst>
              <a:path h="4727178" w="4295237">
                <a:moveTo>
                  <a:pt x="0" y="0"/>
                </a:moveTo>
                <a:lnTo>
                  <a:pt x="4295236" y="0"/>
                </a:lnTo>
                <a:lnTo>
                  <a:pt x="4295236" y="4727178"/>
                </a:lnTo>
                <a:lnTo>
                  <a:pt x="0" y="472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819" b="-19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893" y="2783528"/>
            <a:ext cx="6713143" cy="4118387"/>
          </a:xfrm>
          <a:custGeom>
            <a:avLst/>
            <a:gdLst/>
            <a:ahLst/>
            <a:cxnLst/>
            <a:rect r="r" b="b" t="t" l="l"/>
            <a:pathLst>
              <a:path h="4118387" w="6713143">
                <a:moveTo>
                  <a:pt x="0" y="0"/>
                </a:moveTo>
                <a:lnTo>
                  <a:pt x="6713142" y="0"/>
                </a:lnTo>
                <a:lnTo>
                  <a:pt x="6713142" y="4118386"/>
                </a:lnTo>
                <a:lnTo>
                  <a:pt x="0" y="4118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0" t="0" r="-80877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056985" y="-1043102"/>
            <a:ext cx="18404631" cy="13313729"/>
            <a:chOff x="0" y="0"/>
            <a:chExt cx="877811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111" cy="6350000"/>
            </a:xfrm>
            <a:custGeom>
              <a:avLst/>
              <a:gdLst/>
              <a:ahLst/>
              <a:cxnLst/>
              <a:rect r="r" b="b" t="t" l="l"/>
              <a:pathLst>
                <a:path h="6350000" w="8778111">
                  <a:moveTo>
                    <a:pt x="4389056" y="0"/>
                  </a:moveTo>
                  <a:cubicBezTo>
                    <a:pt x="1965047" y="0"/>
                    <a:pt x="0" y="1421496"/>
                    <a:pt x="0" y="3175000"/>
                  </a:cubicBezTo>
                  <a:cubicBezTo>
                    <a:pt x="0" y="4928504"/>
                    <a:pt x="1965047" y="6350000"/>
                    <a:pt x="4389056" y="6350000"/>
                  </a:cubicBezTo>
                  <a:cubicBezTo>
                    <a:pt x="6813065" y="6350000"/>
                    <a:pt x="8778111" y="4928504"/>
                    <a:pt x="8778111" y="3175000"/>
                  </a:cubicBezTo>
                  <a:cubicBezTo>
                    <a:pt x="8778111" y="1421496"/>
                    <a:pt x="6813065" y="0"/>
                    <a:pt x="438905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32767" y="3050182"/>
            <a:ext cx="5853065" cy="4186636"/>
            <a:chOff x="0" y="0"/>
            <a:chExt cx="7804087" cy="558218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7804087" cy="3274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 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32898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8590" y="2389609"/>
            <a:ext cx="9570452" cy="2753891"/>
          </a:xfrm>
          <a:custGeom>
            <a:avLst/>
            <a:gdLst/>
            <a:ahLst/>
            <a:cxnLst/>
            <a:rect r="r" b="b" t="t" l="l"/>
            <a:pathLst>
              <a:path h="2753891" w="9570452">
                <a:moveTo>
                  <a:pt x="0" y="0"/>
                </a:moveTo>
                <a:lnTo>
                  <a:pt x="9570452" y="0"/>
                </a:lnTo>
                <a:lnTo>
                  <a:pt x="9570452" y="2753891"/>
                </a:lnTo>
                <a:lnTo>
                  <a:pt x="0" y="275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19835" y="4158300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26575" y="5716136"/>
            <a:ext cx="5339943" cy="2261172"/>
          </a:xfrm>
          <a:custGeom>
            <a:avLst/>
            <a:gdLst/>
            <a:ahLst/>
            <a:cxnLst/>
            <a:rect r="r" b="b" t="t" l="l"/>
            <a:pathLst>
              <a:path h="2261172" w="5339943">
                <a:moveTo>
                  <a:pt x="0" y="0"/>
                </a:moveTo>
                <a:lnTo>
                  <a:pt x="5339943" y="0"/>
                </a:lnTo>
                <a:lnTo>
                  <a:pt x="5339943" y="2261172"/>
                </a:lnTo>
                <a:lnTo>
                  <a:pt x="0" y="2261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6631" y="2465716"/>
            <a:ext cx="9579830" cy="2795248"/>
          </a:xfrm>
          <a:custGeom>
            <a:avLst/>
            <a:gdLst/>
            <a:ahLst/>
            <a:cxnLst/>
            <a:rect r="r" b="b" t="t" l="l"/>
            <a:pathLst>
              <a:path h="2795248" w="9579830">
                <a:moveTo>
                  <a:pt x="0" y="0"/>
                </a:moveTo>
                <a:lnTo>
                  <a:pt x="9579831" y="0"/>
                </a:lnTo>
                <a:lnTo>
                  <a:pt x="9579831" y="2795248"/>
                </a:lnTo>
                <a:lnTo>
                  <a:pt x="0" y="279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45961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086708"/>
            <a:ext cx="9561056" cy="2821744"/>
          </a:xfrm>
          <a:custGeom>
            <a:avLst/>
            <a:gdLst/>
            <a:ahLst/>
            <a:cxnLst/>
            <a:rect r="r" b="b" t="t" l="l"/>
            <a:pathLst>
              <a:path h="2821744" w="9561056">
                <a:moveTo>
                  <a:pt x="0" y="0"/>
                </a:moveTo>
                <a:lnTo>
                  <a:pt x="9561056" y="0"/>
                </a:lnTo>
                <a:lnTo>
                  <a:pt x="9561056" y="2821744"/>
                </a:lnTo>
                <a:lnTo>
                  <a:pt x="0" y="282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30385" y="5672938"/>
            <a:ext cx="5451023" cy="2449754"/>
          </a:xfrm>
          <a:custGeom>
            <a:avLst/>
            <a:gdLst/>
            <a:ahLst/>
            <a:cxnLst/>
            <a:rect r="r" b="b" t="t" l="l"/>
            <a:pathLst>
              <a:path h="2449754" w="5451023">
                <a:moveTo>
                  <a:pt x="0" y="0"/>
                </a:moveTo>
                <a:lnTo>
                  <a:pt x="5451023" y="0"/>
                </a:lnTo>
                <a:lnTo>
                  <a:pt x="5451023" y="2449753"/>
                </a:lnTo>
                <a:lnTo>
                  <a:pt x="0" y="244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19835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899878" y="2307191"/>
            <a:ext cx="5853065" cy="5672618"/>
            <a:chOff x="0" y="0"/>
            <a:chExt cx="7804087" cy="75634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5255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estratégia é transformar o segundo elemento na célula cabeça, assim teremos removido do início.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o primeiro for igual ao último, a fila está vazia.</a:t>
              </a:r>
            </a:p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23278" y="1151412"/>
            <a:ext cx="7320722" cy="5082673"/>
          </a:xfrm>
          <a:custGeom>
            <a:avLst/>
            <a:gdLst/>
            <a:ahLst/>
            <a:cxnLst/>
            <a:rect r="r" b="b" t="t" l="l"/>
            <a:pathLst>
              <a:path h="5082673" w="7320722">
                <a:moveTo>
                  <a:pt x="0" y="0"/>
                </a:moveTo>
                <a:lnTo>
                  <a:pt x="7320722" y="0"/>
                </a:lnTo>
                <a:lnTo>
                  <a:pt x="7320722" y="5082672"/>
                </a:lnTo>
                <a:lnTo>
                  <a:pt x="0" y="5082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1516" y="6758589"/>
            <a:ext cx="9624245" cy="2249667"/>
          </a:xfrm>
          <a:custGeom>
            <a:avLst/>
            <a:gdLst/>
            <a:ahLst/>
            <a:cxnLst/>
            <a:rect r="r" b="b" t="t" l="l"/>
            <a:pathLst>
              <a:path h="2249667" w="9624245">
                <a:moveTo>
                  <a:pt x="0" y="0"/>
                </a:moveTo>
                <a:lnTo>
                  <a:pt x="9624246" y="0"/>
                </a:lnTo>
                <a:lnTo>
                  <a:pt x="9624246" y="2249668"/>
                </a:lnTo>
                <a:lnTo>
                  <a:pt x="0" y="2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98212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1516" y="6758589"/>
            <a:ext cx="9624245" cy="2249667"/>
          </a:xfrm>
          <a:custGeom>
            <a:avLst/>
            <a:gdLst/>
            <a:ahLst/>
            <a:cxnLst/>
            <a:rect r="r" b="b" t="t" l="l"/>
            <a:pathLst>
              <a:path h="2249667" w="9624245">
                <a:moveTo>
                  <a:pt x="0" y="0"/>
                </a:moveTo>
                <a:lnTo>
                  <a:pt x="9624246" y="0"/>
                </a:lnTo>
                <a:lnTo>
                  <a:pt x="9624246" y="2249668"/>
                </a:lnTo>
                <a:lnTo>
                  <a:pt x="0" y="2249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6811" y="1151412"/>
            <a:ext cx="7293657" cy="5073848"/>
          </a:xfrm>
          <a:custGeom>
            <a:avLst/>
            <a:gdLst/>
            <a:ahLst/>
            <a:cxnLst/>
            <a:rect r="r" b="b" t="t" l="l"/>
            <a:pathLst>
              <a:path h="5073848" w="7293657">
                <a:moveTo>
                  <a:pt x="0" y="0"/>
                </a:moveTo>
                <a:lnTo>
                  <a:pt x="7293656" y="0"/>
                </a:lnTo>
                <a:lnTo>
                  <a:pt x="7293656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516" y="6824029"/>
            <a:ext cx="9519812" cy="2832144"/>
          </a:xfrm>
          <a:custGeom>
            <a:avLst/>
            <a:gdLst/>
            <a:ahLst/>
            <a:cxnLst/>
            <a:rect r="r" b="b" t="t" l="l"/>
            <a:pathLst>
              <a:path h="2832144" w="9519812">
                <a:moveTo>
                  <a:pt x="0" y="0"/>
                </a:moveTo>
                <a:lnTo>
                  <a:pt x="9519813" y="0"/>
                </a:lnTo>
                <a:lnTo>
                  <a:pt x="9519813" y="2832144"/>
                </a:lnTo>
                <a:lnTo>
                  <a:pt x="0" y="2832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80646" y="2307191"/>
            <a:ext cx="5853065" cy="5672618"/>
            <a:chOff x="0" y="0"/>
            <a:chExt cx="7804087" cy="75634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5255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estratégia é transformar o segundo elemento na célula cabeça, assim teremos removido do início.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o primeiro for igual ao último, a fila está vazia.</a:t>
              </a:r>
            </a:p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44638" y="1151412"/>
            <a:ext cx="7399362" cy="5073848"/>
          </a:xfrm>
          <a:custGeom>
            <a:avLst/>
            <a:gdLst/>
            <a:ahLst/>
            <a:cxnLst/>
            <a:rect r="r" b="b" t="t" l="l"/>
            <a:pathLst>
              <a:path h="5073848" w="7399362">
                <a:moveTo>
                  <a:pt x="0" y="0"/>
                </a:moveTo>
                <a:lnTo>
                  <a:pt x="7399362" y="0"/>
                </a:lnTo>
                <a:lnTo>
                  <a:pt x="7399362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3343" y="6641821"/>
            <a:ext cx="8441952" cy="2301281"/>
          </a:xfrm>
          <a:custGeom>
            <a:avLst/>
            <a:gdLst/>
            <a:ahLst/>
            <a:cxnLst/>
            <a:rect r="r" b="b" t="t" l="l"/>
            <a:pathLst>
              <a:path h="2301281" w="8441952">
                <a:moveTo>
                  <a:pt x="0" y="0"/>
                </a:moveTo>
                <a:lnTo>
                  <a:pt x="8441952" y="0"/>
                </a:lnTo>
                <a:lnTo>
                  <a:pt x="8441952" y="2301281"/>
                </a:lnTo>
                <a:lnTo>
                  <a:pt x="0" y="230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4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41458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31741" y="1151412"/>
            <a:ext cx="7399362" cy="5073848"/>
          </a:xfrm>
          <a:custGeom>
            <a:avLst/>
            <a:gdLst/>
            <a:ahLst/>
            <a:cxnLst/>
            <a:rect r="r" b="b" t="t" l="l"/>
            <a:pathLst>
              <a:path h="5073848" w="7399362">
                <a:moveTo>
                  <a:pt x="0" y="0"/>
                </a:moveTo>
                <a:lnTo>
                  <a:pt x="7399363" y="0"/>
                </a:lnTo>
                <a:lnTo>
                  <a:pt x="7399363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1741" y="1151412"/>
            <a:ext cx="7785670" cy="5044237"/>
          </a:xfrm>
          <a:custGeom>
            <a:avLst/>
            <a:gdLst/>
            <a:ahLst/>
            <a:cxnLst/>
            <a:rect r="r" b="b" t="t" l="l"/>
            <a:pathLst>
              <a:path h="5044237" w="7785670">
                <a:moveTo>
                  <a:pt x="0" y="0"/>
                </a:moveTo>
                <a:lnTo>
                  <a:pt x="7785671" y="0"/>
                </a:lnTo>
                <a:lnTo>
                  <a:pt x="7785671" y="5044237"/>
                </a:lnTo>
                <a:lnTo>
                  <a:pt x="0" y="5044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1690" y="6902284"/>
            <a:ext cx="8685773" cy="2356016"/>
          </a:xfrm>
          <a:custGeom>
            <a:avLst/>
            <a:gdLst/>
            <a:ahLst/>
            <a:cxnLst/>
            <a:rect r="r" b="b" t="t" l="l"/>
            <a:pathLst>
              <a:path h="2356016" w="8685773">
                <a:moveTo>
                  <a:pt x="0" y="0"/>
                </a:moveTo>
                <a:lnTo>
                  <a:pt x="8685773" y="0"/>
                </a:lnTo>
                <a:lnTo>
                  <a:pt x="8685773" y="2356016"/>
                </a:lnTo>
                <a:lnTo>
                  <a:pt x="0" y="235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67583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Remover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31741" y="1151412"/>
            <a:ext cx="7399362" cy="5073848"/>
          </a:xfrm>
          <a:custGeom>
            <a:avLst/>
            <a:gdLst/>
            <a:ahLst/>
            <a:cxnLst/>
            <a:rect r="r" b="b" t="t" l="l"/>
            <a:pathLst>
              <a:path h="5073848" w="7399362">
                <a:moveTo>
                  <a:pt x="0" y="0"/>
                </a:moveTo>
                <a:lnTo>
                  <a:pt x="7399363" y="0"/>
                </a:lnTo>
                <a:lnTo>
                  <a:pt x="7399363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1741" y="1151412"/>
            <a:ext cx="7785670" cy="5044237"/>
          </a:xfrm>
          <a:custGeom>
            <a:avLst/>
            <a:gdLst/>
            <a:ahLst/>
            <a:cxnLst/>
            <a:rect r="r" b="b" t="t" l="l"/>
            <a:pathLst>
              <a:path h="5044237" w="7785670">
                <a:moveTo>
                  <a:pt x="0" y="0"/>
                </a:moveTo>
                <a:lnTo>
                  <a:pt x="7785671" y="0"/>
                </a:lnTo>
                <a:lnTo>
                  <a:pt x="7785671" y="5044237"/>
                </a:lnTo>
                <a:lnTo>
                  <a:pt x="0" y="5044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1914" y="1151412"/>
            <a:ext cx="7805325" cy="5276374"/>
          </a:xfrm>
          <a:custGeom>
            <a:avLst/>
            <a:gdLst/>
            <a:ahLst/>
            <a:cxnLst/>
            <a:rect r="r" b="b" t="t" l="l"/>
            <a:pathLst>
              <a:path h="5276374" w="7805325">
                <a:moveTo>
                  <a:pt x="0" y="0"/>
                </a:moveTo>
                <a:lnTo>
                  <a:pt x="7805325" y="0"/>
                </a:lnTo>
                <a:lnTo>
                  <a:pt x="7805325" y="5276373"/>
                </a:lnTo>
                <a:lnTo>
                  <a:pt x="0" y="5276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00" t="0" r="-260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9182" y="6704651"/>
            <a:ext cx="8664481" cy="2462209"/>
          </a:xfrm>
          <a:custGeom>
            <a:avLst/>
            <a:gdLst/>
            <a:ahLst/>
            <a:cxnLst/>
            <a:rect r="r" b="b" t="t" l="l"/>
            <a:pathLst>
              <a:path h="2462209" w="8664481">
                <a:moveTo>
                  <a:pt x="0" y="0"/>
                </a:moveTo>
                <a:lnTo>
                  <a:pt x="8664481" y="0"/>
                </a:lnTo>
                <a:lnTo>
                  <a:pt x="8664481" y="2462209"/>
                </a:lnTo>
                <a:lnTo>
                  <a:pt x="0" y="2462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35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276589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289652" y="4040836"/>
            <a:ext cx="5853065" cy="2205328"/>
            <a:chOff x="0" y="0"/>
            <a:chExt cx="7804087" cy="294043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0506" y="1151412"/>
            <a:ext cx="9752264" cy="4873674"/>
          </a:xfrm>
          <a:custGeom>
            <a:avLst/>
            <a:gdLst/>
            <a:ahLst/>
            <a:cxnLst/>
            <a:rect r="r" b="b" t="t" l="l"/>
            <a:pathLst>
              <a:path h="4873674" w="9752264">
                <a:moveTo>
                  <a:pt x="0" y="0"/>
                </a:moveTo>
                <a:lnTo>
                  <a:pt x="9752264" y="0"/>
                </a:lnTo>
                <a:lnTo>
                  <a:pt x="9752264" y="4873674"/>
                </a:lnTo>
                <a:lnTo>
                  <a:pt x="0" y="4873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359" y="6827459"/>
            <a:ext cx="8642557" cy="2430841"/>
          </a:xfrm>
          <a:custGeom>
            <a:avLst/>
            <a:gdLst/>
            <a:ahLst/>
            <a:cxnLst/>
            <a:rect r="r" b="b" t="t" l="l"/>
            <a:pathLst>
              <a:path h="2430841" w="8642557">
                <a:moveTo>
                  <a:pt x="0" y="0"/>
                </a:moveTo>
                <a:lnTo>
                  <a:pt x="8642557" y="0"/>
                </a:lnTo>
                <a:lnTo>
                  <a:pt x="8642557" y="2430841"/>
                </a:lnTo>
                <a:lnTo>
                  <a:pt x="0" y="2430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030" r="-1385" b="-27092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93709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Fila, faça um método para retornar o terceiro elemento supondo que o mesmo existe.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06772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Fila, faça um método para retornar o terceiro elemento supondo que o mesmo existe.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1054" y="3632107"/>
            <a:ext cx="10955618" cy="1797037"/>
          </a:xfrm>
          <a:custGeom>
            <a:avLst/>
            <a:gdLst/>
            <a:ahLst/>
            <a:cxnLst/>
            <a:rect r="r" b="b" t="t" l="l"/>
            <a:pathLst>
              <a:path h="1797037" w="10955618">
                <a:moveTo>
                  <a:pt x="0" y="0"/>
                </a:moveTo>
                <a:lnTo>
                  <a:pt x="10955618" y="0"/>
                </a:lnTo>
                <a:lnTo>
                  <a:pt x="10955618" y="1797036"/>
                </a:lnTo>
                <a:lnTo>
                  <a:pt x="0" y="179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119835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Fila, faça um método que inverta a ordem dos seus elementos.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362135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54521" y="3545509"/>
            <a:ext cx="5853065" cy="3195982"/>
            <a:chOff x="0" y="0"/>
            <a:chExt cx="7804087" cy="426131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FILA -  Exercícios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Seja nossa Fila, faça um método que inverta a ordem dos seus elementos.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472797"/>
            <a:ext cx="9567726" cy="5341407"/>
          </a:xfrm>
          <a:custGeom>
            <a:avLst/>
            <a:gdLst/>
            <a:ahLst/>
            <a:cxnLst/>
            <a:rect r="r" b="b" t="t" l="l"/>
            <a:pathLst>
              <a:path h="5341407" w="9567726">
                <a:moveTo>
                  <a:pt x="0" y="0"/>
                </a:moveTo>
                <a:lnTo>
                  <a:pt x="9567726" y="0"/>
                </a:lnTo>
                <a:lnTo>
                  <a:pt x="9567726" y="5341406"/>
                </a:lnTo>
                <a:lnTo>
                  <a:pt x="0" y="5341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8173615" y="-1983628"/>
            <a:ext cx="18404631" cy="13313729"/>
            <a:chOff x="0" y="0"/>
            <a:chExt cx="877811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111" cy="6350000"/>
            </a:xfrm>
            <a:custGeom>
              <a:avLst/>
              <a:gdLst/>
              <a:ahLst/>
              <a:cxnLst/>
              <a:rect r="r" b="b" t="t" l="l"/>
              <a:pathLst>
                <a:path h="6350000" w="8778111">
                  <a:moveTo>
                    <a:pt x="4389056" y="0"/>
                  </a:moveTo>
                  <a:cubicBezTo>
                    <a:pt x="1965047" y="0"/>
                    <a:pt x="0" y="1421496"/>
                    <a:pt x="0" y="3175000"/>
                  </a:cubicBezTo>
                  <a:cubicBezTo>
                    <a:pt x="0" y="4928504"/>
                    <a:pt x="1965047" y="6350000"/>
                    <a:pt x="4389056" y="6350000"/>
                  </a:cubicBezTo>
                  <a:cubicBezTo>
                    <a:pt x="6813065" y="6350000"/>
                    <a:pt x="8778111" y="4928504"/>
                    <a:pt x="8778111" y="3175000"/>
                  </a:cubicBezTo>
                  <a:cubicBezTo>
                    <a:pt x="8778111" y="1421496"/>
                    <a:pt x="6813065" y="0"/>
                    <a:pt x="438905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440" y="1564201"/>
            <a:ext cx="5853065" cy="7158599"/>
            <a:chOff x="0" y="0"/>
            <a:chExt cx="7804087" cy="9544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7804087" cy="7236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 NO INÍCIO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 NO FIM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 NO INÍCIO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 NO FIM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939373" y="2362393"/>
            <a:ext cx="7451517" cy="5562214"/>
          </a:xfrm>
          <a:custGeom>
            <a:avLst/>
            <a:gdLst/>
            <a:ahLst/>
            <a:cxnLst/>
            <a:rect r="r" b="b" t="t" l="l"/>
            <a:pathLst>
              <a:path h="5562214" w="7451517">
                <a:moveTo>
                  <a:pt x="0" y="0"/>
                </a:moveTo>
                <a:lnTo>
                  <a:pt x="7451517" y="0"/>
                </a:lnTo>
                <a:lnTo>
                  <a:pt x="7451517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4040836"/>
            <a:ext cx="5853065" cy="2205328"/>
            <a:chOff x="0" y="0"/>
            <a:chExt cx="7804087" cy="294043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830491" y="1742596"/>
            <a:ext cx="7497600" cy="5549825"/>
          </a:xfrm>
          <a:custGeom>
            <a:avLst/>
            <a:gdLst/>
            <a:ahLst/>
            <a:cxnLst/>
            <a:rect r="r" b="b" t="t" l="l"/>
            <a:pathLst>
              <a:path h="5549825" w="7497600">
                <a:moveTo>
                  <a:pt x="0" y="0"/>
                </a:moveTo>
                <a:lnTo>
                  <a:pt x="7497600" y="0"/>
                </a:lnTo>
                <a:lnTo>
                  <a:pt x="7497600" y="5549824"/>
                </a:lnTo>
                <a:lnTo>
                  <a:pt x="0" y="55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20044" y="7435087"/>
            <a:ext cx="4049897" cy="2240600"/>
          </a:xfrm>
          <a:custGeom>
            <a:avLst/>
            <a:gdLst/>
            <a:ahLst/>
            <a:cxnLst/>
            <a:rect r="r" b="b" t="t" l="l"/>
            <a:pathLst>
              <a:path h="2240600" w="4049897">
                <a:moveTo>
                  <a:pt x="0" y="0"/>
                </a:moveTo>
                <a:lnTo>
                  <a:pt x="4049898" y="0"/>
                </a:lnTo>
                <a:lnTo>
                  <a:pt x="4049898" y="2240600"/>
                </a:lnTo>
                <a:lnTo>
                  <a:pt x="0" y="2240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1" t="0" r="-1461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545509"/>
            <a:ext cx="5853065" cy="3195982"/>
            <a:chOff x="0" y="0"/>
            <a:chExt cx="7804087" cy="42613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Criação da Celula cabeça, assim como nas demais estruturas passadas (Pilha e Fila).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830491" y="1742596"/>
            <a:ext cx="7497600" cy="5549825"/>
          </a:xfrm>
          <a:custGeom>
            <a:avLst/>
            <a:gdLst/>
            <a:ahLst/>
            <a:cxnLst/>
            <a:rect r="r" b="b" t="t" l="l"/>
            <a:pathLst>
              <a:path h="5549825" w="7497600">
                <a:moveTo>
                  <a:pt x="0" y="0"/>
                </a:moveTo>
                <a:lnTo>
                  <a:pt x="7497600" y="0"/>
                </a:lnTo>
                <a:lnTo>
                  <a:pt x="7497600" y="5549824"/>
                </a:lnTo>
                <a:lnTo>
                  <a:pt x="0" y="55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0491" y="1751317"/>
            <a:ext cx="7534321" cy="5532383"/>
          </a:xfrm>
          <a:custGeom>
            <a:avLst/>
            <a:gdLst/>
            <a:ahLst/>
            <a:cxnLst/>
            <a:rect r="r" b="b" t="t" l="l"/>
            <a:pathLst>
              <a:path h="5532383" w="7534321">
                <a:moveTo>
                  <a:pt x="0" y="0"/>
                </a:moveTo>
                <a:lnTo>
                  <a:pt x="7534322" y="0"/>
                </a:lnTo>
                <a:lnTo>
                  <a:pt x="7534322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743" y="3545509"/>
            <a:ext cx="5853065" cy="3195982"/>
            <a:chOff x="0" y="0"/>
            <a:chExt cx="7804087" cy="426131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08153"/>
              <a:ext cx="7804087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Os métodos Inserir Fim e Remover Início são iguais aos métodos da Fila.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830491" y="1742596"/>
            <a:ext cx="7497600" cy="5549825"/>
          </a:xfrm>
          <a:custGeom>
            <a:avLst/>
            <a:gdLst/>
            <a:ahLst/>
            <a:cxnLst/>
            <a:rect r="r" b="b" t="t" l="l"/>
            <a:pathLst>
              <a:path h="5549825" w="7497600">
                <a:moveTo>
                  <a:pt x="0" y="0"/>
                </a:moveTo>
                <a:lnTo>
                  <a:pt x="7497600" y="0"/>
                </a:lnTo>
                <a:lnTo>
                  <a:pt x="7497600" y="5549824"/>
                </a:lnTo>
                <a:lnTo>
                  <a:pt x="0" y="55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0491" y="1751317"/>
            <a:ext cx="7534321" cy="5532383"/>
          </a:xfrm>
          <a:custGeom>
            <a:avLst/>
            <a:gdLst/>
            <a:ahLst/>
            <a:cxnLst/>
            <a:rect r="r" b="b" t="t" l="l"/>
            <a:pathLst>
              <a:path h="5532383" w="7534321">
                <a:moveTo>
                  <a:pt x="0" y="0"/>
                </a:moveTo>
                <a:lnTo>
                  <a:pt x="7534322" y="0"/>
                </a:lnTo>
                <a:lnTo>
                  <a:pt x="7534322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54594" y="1738847"/>
            <a:ext cx="7473497" cy="5544853"/>
          </a:xfrm>
          <a:custGeom>
            <a:avLst/>
            <a:gdLst/>
            <a:ahLst/>
            <a:cxnLst/>
            <a:rect r="r" b="b" t="t" l="l"/>
            <a:pathLst>
              <a:path h="5544853" w="7473497">
                <a:moveTo>
                  <a:pt x="0" y="0"/>
                </a:moveTo>
                <a:lnTo>
                  <a:pt x="7473497" y="0"/>
                </a:lnTo>
                <a:lnTo>
                  <a:pt x="7473497" y="5544853"/>
                </a:lnTo>
                <a:lnTo>
                  <a:pt x="0" y="5544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7743" y="3793172"/>
            <a:ext cx="5853065" cy="2700655"/>
            <a:chOff x="0" y="0"/>
            <a:chExt cx="7804087" cy="360087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08153"/>
              <a:ext cx="7804087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método Mostrar é igual ao da Fila/Pilha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73034" y="2426741"/>
            <a:ext cx="8249236" cy="3190881"/>
          </a:xfrm>
          <a:custGeom>
            <a:avLst/>
            <a:gdLst/>
            <a:ahLst/>
            <a:cxnLst/>
            <a:rect r="r" b="b" t="t" l="l"/>
            <a:pathLst>
              <a:path h="3190881" w="8249236">
                <a:moveTo>
                  <a:pt x="0" y="0"/>
                </a:moveTo>
                <a:lnTo>
                  <a:pt x="8249236" y="0"/>
                </a:lnTo>
                <a:lnTo>
                  <a:pt x="8249236" y="3190880"/>
                </a:lnTo>
                <a:lnTo>
                  <a:pt x="0" y="319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793172"/>
            <a:ext cx="5853065" cy="2700655"/>
            <a:chOff x="0" y="0"/>
            <a:chExt cx="7804087" cy="36008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08153"/>
              <a:ext cx="7804087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Sendo assim, nos restou os seguintes 4 métodos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21509" y="2364866"/>
            <a:ext cx="8352286" cy="3265668"/>
          </a:xfrm>
          <a:custGeom>
            <a:avLst/>
            <a:gdLst/>
            <a:ahLst/>
            <a:cxnLst/>
            <a:rect r="r" b="b" t="t" l="l"/>
            <a:pathLst>
              <a:path h="3265668" w="8352286">
                <a:moveTo>
                  <a:pt x="0" y="0"/>
                </a:moveTo>
                <a:lnTo>
                  <a:pt x="8352286" y="0"/>
                </a:lnTo>
                <a:lnTo>
                  <a:pt x="8352286" y="3265668"/>
                </a:lnTo>
                <a:lnTo>
                  <a:pt x="0" y="3265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4646" y="7160053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3"/>
                </a:lnTo>
                <a:lnTo>
                  <a:pt x="0" y="1758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321526"/>
            <a:ext cx="7480232" cy="5261956"/>
          </a:xfrm>
          <a:custGeom>
            <a:avLst/>
            <a:gdLst/>
            <a:ahLst/>
            <a:cxnLst/>
            <a:rect r="r" b="b" t="t" l="l"/>
            <a:pathLst>
              <a:path h="5261956" w="7480232">
                <a:moveTo>
                  <a:pt x="0" y="0"/>
                </a:moveTo>
                <a:lnTo>
                  <a:pt x="7480232" y="0"/>
                </a:lnTo>
                <a:lnTo>
                  <a:pt x="7480232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240749"/>
            <a:ext cx="5853065" cy="3805501"/>
            <a:chOff x="0" y="0"/>
            <a:chExt cx="7804087" cy="507400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Sendo assim, nos restou os seguintes 4 métodos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234484" y="1321526"/>
            <a:ext cx="7017094" cy="4884288"/>
          </a:xfrm>
          <a:custGeom>
            <a:avLst/>
            <a:gdLst/>
            <a:ahLst/>
            <a:cxnLst/>
            <a:rect r="r" b="b" t="t" l="l"/>
            <a:pathLst>
              <a:path h="4884288" w="7017094">
                <a:moveTo>
                  <a:pt x="0" y="0"/>
                </a:moveTo>
                <a:lnTo>
                  <a:pt x="7017094" y="0"/>
                </a:lnTo>
                <a:lnTo>
                  <a:pt x="7017094" y="4884288"/>
                </a:lnTo>
                <a:lnTo>
                  <a:pt x="0" y="4884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2780" y="6642409"/>
            <a:ext cx="9366520" cy="2615891"/>
          </a:xfrm>
          <a:custGeom>
            <a:avLst/>
            <a:gdLst/>
            <a:ahLst/>
            <a:cxnLst/>
            <a:rect r="r" b="b" t="t" l="l"/>
            <a:pathLst>
              <a:path h="2615891" w="9366520">
                <a:moveTo>
                  <a:pt x="0" y="0"/>
                </a:moveTo>
                <a:lnTo>
                  <a:pt x="9366520" y="0"/>
                </a:lnTo>
                <a:lnTo>
                  <a:pt x="9366520" y="2615891"/>
                </a:lnTo>
                <a:lnTo>
                  <a:pt x="0" y="2615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8" r="0" b="-12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442161"/>
            <a:ext cx="6995259" cy="4770960"/>
          </a:xfrm>
          <a:custGeom>
            <a:avLst/>
            <a:gdLst/>
            <a:ahLst/>
            <a:cxnLst/>
            <a:rect r="r" b="b" t="t" l="l"/>
            <a:pathLst>
              <a:path h="4770960" w="6995259">
                <a:moveTo>
                  <a:pt x="0" y="0"/>
                </a:moveTo>
                <a:lnTo>
                  <a:pt x="6995259" y="0"/>
                </a:lnTo>
                <a:lnTo>
                  <a:pt x="6995259" y="4770960"/>
                </a:lnTo>
                <a:lnTo>
                  <a:pt x="0" y="477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44082" y="6704410"/>
            <a:ext cx="9203209" cy="2553890"/>
          </a:xfrm>
          <a:custGeom>
            <a:avLst/>
            <a:gdLst/>
            <a:ahLst/>
            <a:cxnLst/>
            <a:rect r="r" b="b" t="t" l="l"/>
            <a:pathLst>
              <a:path h="2553890" w="9203209">
                <a:moveTo>
                  <a:pt x="0" y="0"/>
                </a:moveTo>
                <a:lnTo>
                  <a:pt x="9203209" y="0"/>
                </a:lnTo>
                <a:lnTo>
                  <a:pt x="9203209" y="2553890"/>
                </a:lnTo>
                <a:lnTo>
                  <a:pt x="0" y="255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442161"/>
            <a:ext cx="6995259" cy="4770960"/>
          </a:xfrm>
          <a:custGeom>
            <a:avLst/>
            <a:gdLst/>
            <a:ahLst/>
            <a:cxnLst/>
            <a:rect r="r" b="b" t="t" l="l"/>
            <a:pathLst>
              <a:path h="4770960" w="6995259">
                <a:moveTo>
                  <a:pt x="0" y="0"/>
                </a:moveTo>
                <a:lnTo>
                  <a:pt x="6995259" y="0"/>
                </a:lnTo>
                <a:lnTo>
                  <a:pt x="6995259" y="4770960"/>
                </a:lnTo>
                <a:lnTo>
                  <a:pt x="0" y="477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442161"/>
            <a:ext cx="6995259" cy="4828163"/>
          </a:xfrm>
          <a:custGeom>
            <a:avLst/>
            <a:gdLst/>
            <a:ahLst/>
            <a:cxnLst/>
            <a:rect r="r" b="b" t="t" l="l"/>
            <a:pathLst>
              <a:path h="4828163" w="6995259">
                <a:moveTo>
                  <a:pt x="0" y="0"/>
                </a:moveTo>
                <a:lnTo>
                  <a:pt x="6995259" y="0"/>
                </a:lnTo>
                <a:lnTo>
                  <a:pt x="6995259" y="4828163"/>
                </a:lnTo>
                <a:lnTo>
                  <a:pt x="0" y="4828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58108" y="7050502"/>
            <a:ext cx="9057632" cy="2207798"/>
          </a:xfrm>
          <a:custGeom>
            <a:avLst/>
            <a:gdLst/>
            <a:ahLst/>
            <a:cxnLst/>
            <a:rect r="r" b="b" t="t" l="l"/>
            <a:pathLst>
              <a:path h="2207798" w="9057632">
                <a:moveTo>
                  <a:pt x="0" y="0"/>
                </a:moveTo>
                <a:lnTo>
                  <a:pt x="9057631" y="0"/>
                </a:lnTo>
                <a:lnTo>
                  <a:pt x="9057631" y="2207798"/>
                </a:lnTo>
                <a:lnTo>
                  <a:pt x="0" y="2207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550755" y="6547357"/>
            <a:ext cx="3716886" cy="2464158"/>
          </a:xfrm>
          <a:custGeom>
            <a:avLst/>
            <a:gdLst/>
            <a:ahLst/>
            <a:cxnLst/>
            <a:rect r="r" b="b" t="t" l="l"/>
            <a:pathLst>
              <a:path h="2464158" w="3716886">
                <a:moveTo>
                  <a:pt x="0" y="0"/>
                </a:moveTo>
                <a:lnTo>
                  <a:pt x="3716886" y="0"/>
                </a:lnTo>
                <a:lnTo>
                  <a:pt x="3716886" y="2464158"/>
                </a:lnTo>
                <a:lnTo>
                  <a:pt x="0" y="2464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240749"/>
            <a:ext cx="5853065" cy="3805501"/>
            <a:chOff x="0" y="0"/>
            <a:chExt cx="7804087" cy="507400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 Início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Como ficar funcionaria o método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Inserir Início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desta figura?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144000" y="1321526"/>
            <a:ext cx="7480232" cy="5261956"/>
          </a:xfrm>
          <a:custGeom>
            <a:avLst/>
            <a:gdLst/>
            <a:ahLst/>
            <a:cxnLst/>
            <a:rect r="r" b="b" t="t" l="l"/>
            <a:pathLst>
              <a:path h="5261956" w="7480232">
                <a:moveTo>
                  <a:pt x="0" y="0"/>
                </a:moveTo>
                <a:lnTo>
                  <a:pt x="7480232" y="0"/>
                </a:lnTo>
                <a:lnTo>
                  <a:pt x="7480232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65404" y="2518369"/>
            <a:ext cx="8064497" cy="3105047"/>
          </a:xfrm>
          <a:custGeom>
            <a:avLst/>
            <a:gdLst/>
            <a:ahLst/>
            <a:cxnLst/>
            <a:rect r="r" b="b" t="t" l="l"/>
            <a:pathLst>
              <a:path h="3105047" w="8064497">
                <a:moveTo>
                  <a:pt x="0" y="0"/>
                </a:moveTo>
                <a:lnTo>
                  <a:pt x="8064496" y="0"/>
                </a:lnTo>
                <a:lnTo>
                  <a:pt x="8064496" y="3105047"/>
                </a:lnTo>
                <a:lnTo>
                  <a:pt x="0" y="3105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464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70335" y="1527842"/>
            <a:ext cx="7054634" cy="4871445"/>
          </a:xfrm>
          <a:custGeom>
            <a:avLst/>
            <a:gdLst/>
            <a:ahLst/>
            <a:cxnLst/>
            <a:rect r="r" b="b" t="t" l="l"/>
            <a:pathLst>
              <a:path h="4871445" w="7054634">
                <a:moveTo>
                  <a:pt x="0" y="0"/>
                </a:moveTo>
                <a:lnTo>
                  <a:pt x="7054634" y="0"/>
                </a:lnTo>
                <a:lnTo>
                  <a:pt x="7054634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25596" y="7499688"/>
            <a:ext cx="9506012" cy="1758612"/>
          </a:xfrm>
          <a:custGeom>
            <a:avLst/>
            <a:gdLst/>
            <a:ahLst/>
            <a:cxnLst/>
            <a:rect r="r" b="b" t="t" l="l"/>
            <a:pathLst>
              <a:path h="1758612" w="9506012">
                <a:moveTo>
                  <a:pt x="0" y="0"/>
                </a:moveTo>
                <a:lnTo>
                  <a:pt x="9506012" y="0"/>
                </a:lnTo>
                <a:lnTo>
                  <a:pt x="9506012" y="1758612"/>
                </a:lnTo>
                <a:lnTo>
                  <a:pt x="0" y="175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70335" y="1527842"/>
            <a:ext cx="7054634" cy="4871445"/>
          </a:xfrm>
          <a:custGeom>
            <a:avLst/>
            <a:gdLst/>
            <a:ahLst/>
            <a:cxnLst/>
            <a:rect r="r" b="b" t="t" l="l"/>
            <a:pathLst>
              <a:path h="4871445" w="7054634">
                <a:moveTo>
                  <a:pt x="0" y="0"/>
                </a:moveTo>
                <a:lnTo>
                  <a:pt x="7054634" y="0"/>
                </a:lnTo>
                <a:lnTo>
                  <a:pt x="7054634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527842"/>
            <a:ext cx="6986677" cy="4871445"/>
          </a:xfrm>
          <a:custGeom>
            <a:avLst/>
            <a:gdLst/>
            <a:ahLst/>
            <a:cxnLst/>
            <a:rect r="r" b="b" t="t" l="l"/>
            <a:pathLst>
              <a:path h="4871445" w="6986677">
                <a:moveTo>
                  <a:pt x="0" y="0"/>
                </a:moveTo>
                <a:lnTo>
                  <a:pt x="6986677" y="0"/>
                </a:lnTo>
                <a:lnTo>
                  <a:pt x="6986677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070335" y="1527842"/>
            <a:ext cx="7054634" cy="4871445"/>
          </a:xfrm>
          <a:custGeom>
            <a:avLst/>
            <a:gdLst/>
            <a:ahLst/>
            <a:cxnLst/>
            <a:rect r="r" b="b" t="t" l="l"/>
            <a:pathLst>
              <a:path h="4871445" w="7054634">
                <a:moveTo>
                  <a:pt x="0" y="0"/>
                </a:moveTo>
                <a:lnTo>
                  <a:pt x="7054634" y="0"/>
                </a:lnTo>
                <a:lnTo>
                  <a:pt x="7054634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527842"/>
            <a:ext cx="6986677" cy="4871445"/>
          </a:xfrm>
          <a:custGeom>
            <a:avLst/>
            <a:gdLst/>
            <a:ahLst/>
            <a:cxnLst/>
            <a:rect r="r" b="b" t="t" l="l"/>
            <a:pathLst>
              <a:path h="4871445" w="6986677">
                <a:moveTo>
                  <a:pt x="0" y="0"/>
                </a:moveTo>
                <a:lnTo>
                  <a:pt x="6986677" y="0"/>
                </a:lnTo>
                <a:lnTo>
                  <a:pt x="6986677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70335" y="1602140"/>
            <a:ext cx="7008712" cy="4797147"/>
          </a:xfrm>
          <a:custGeom>
            <a:avLst/>
            <a:gdLst/>
            <a:ahLst/>
            <a:cxnLst/>
            <a:rect r="r" b="b" t="t" l="l"/>
            <a:pathLst>
              <a:path h="4797147" w="7008712">
                <a:moveTo>
                  <a:pt x="0" y="0"/>
                </a:moveTo>
                <a:lnTo>
                  <a:pt x="7008713" y="0"/>
                </a:lnTo>
                <a:lnTo>
                  <a:pt x="7008713" y="4797146"/>
                </a:lnTo>
                <a:lnTo>
                  <a:pt x="0" y="479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14173" y="7140352"/>
            <a:ext cx="8246331" cy="2329588"/>
          </a:xfrm>
          <a:custGeom>
            <a:avLst/>
            <a:gdLst/>
            <a:ahLst/>
            <a:cxnLst/>
            <a:rect r="r" b="b" t="t" l="l"/>
            <a:pathLst>
              <a:path h="2329588" w="8246331">
                <a:moveTo>
                  <a:pt x="0" y="0"/>
                </a:moveTo>
                <a:lnTo>
                  <a:pt x="8246331" y="0"/>
                </a:lnTo>
                <a:lnTo>
                  <a:pt x="8246331" y="2329588"/>
                </a:lnTo>
                <a:lnTo>
                  <a:pt x="0" y="2329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Remover Fim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070335" y="1527842"/>
            <a:ext cx="7054634" cy="4871445"/>
          </a:xfrm>
          <a:custGeom>
            <a:avLst/>
            <a:gdLst/>
            <a:ahLst/>
            <a:cxnLst/>
            <a:rect r="r" b="b" t="t" l="l"/>
            <a:pathLst>
              <a:path h="4871445" w="7054634">
                <a:moveTo>
                  <a:pt x="0" y="0"/>
                </a:moveTo>
                <a:lnTo>
                  <a:pt x="7054634" y="0"/>
                </a:lnTo>
                <a:lnTo>
                  <a:pt x="7054634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527842"/>
            <a:ext cx="6986677" cy="4871445"/>
          </a:xfrm>
          <a:custGeom>
            <a:avLst/>
            <a:gdLst/>
            <a:ahLst/>
            <a:cxnLst/>
            <a:rect r="r" b="b" t="t" l="l"/>
            <a:pathLst>
              <a:path h="4871445" w="6986677">
                <a:moveTo>
                  <a:pt x="0" y="0"/>
                </a:moveTo>
                <a:lnTo>
                  <a:pt x="6986677" y="0"/>
                </a:lnTo>
                <a:lnTo>
                  <a:pt x="6986677" y="4871444"/>
                </a:lnTo>
                <a:lnTo>
                  <a:pt x="0" y="487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70335" y="1602140"/>
            <a:ext cx="7008712" cy="4797147"/>
          </a:xfrm>
          <a:custGeom>
            <a:avLst/>
            <a:gdLst/>
            <a:ahLst/>
            <a:cxnLst/>
            <a:rect r="r" b="b" t="t" l="l"/>
            <a:pathLst>
              <a:path h="4797147" w="7008712">
                <a:moveTo>
                  <a:pt x="0" y="0"/>
                </a:moveTo>
                <a:lnTo>
                  <a:pt x="7008713" y="0"/>
                </a:lnTo>
                <a:lnTo>
                  <a:pt x="7008713" y="4797146"/>
                </a:lnTo>
                <a:lnTo>
                  <a:pt x="0" y="479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70335" y="1602140"/>
            <a:ext cx="7008712" cy="4823548"/>
          </a:xfrm>
          <a:custGeom>
            <a:avLst/>
            <a:gdLst/>
            <a:ahLst/>
            <a:cxnLst/>
            <a:rect r="r" b="b" t="t" l="l"/>
            <a:pathLst>
              <a:path h="4823548" w="7008712">
                <a:moveTo>
                  <a:pt x="0" y="0"/>
                </a:moveTo>
                <a:lnTo>
                  <a:pt x="7008713" y="0"/>
                </a:lnTo>
                <a:lnTo>
                  <a:pt x="7008713" y="4823548"/>
                </a:lnTo>
                <a:lnTo>
                  <a:pt x="0" y="48235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67658" y="7518405"/>
            <a:ext cx="8539361" cy="1739895"/>
          </a:xfrm>
          <a:custGeom>
            <a:avLst/>
            <a:gdLst/>
            <a:ahLst/>
            <a:cxnLst/>
            <a:rect r="r" b="b" t="t" l="l"/>
            <a:pathLst>
              <a:path h="1739895" w="8539361">
                <a:moveTo>
                  <a:pt x="0" y="0"/>
                </a:moveTo>
                <a:lnTo>
                  <a:pt x="8539361" y="0"/>
                </a:lnTo>
                <a:lnTo>
                  <a:pt x="8539361" y="1739895"/>
                </a:lnTo>
                <a:lnTo>
                  <a:pt x="0" y="17398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367658" y="7518405"/>
            <a:ext cx="8539361" cy="1739895"/>
          </a:xfrm>
          <a:custGeom>
            <a:avLst/>
            <a:gdLst/>
            <a:ahLst/>
            <a:cxnLst/>
            <a:rect r="r" b="b" t="t" l="l"/>
            <a:pathLst>
              <a:path h="1739895" w="8539361">
                <a:moveTo>
                  <a:pt x="0" y="0"/>
                </a:moveTo>
                <a:lnTo>
                  <a:pt x="8539361" y="0"/>
                </a:lnTo>
                <a:lnTo>
                  <a:pt x="8539361" y="1739895"/>
                </a:lnTo>
                <a:lnTo>
                  <a:pt x="0" y="173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0321" y="1620190"/>
            <a:ext cx="7114035" cy="4877732"/>
          </a:xfrm>
          <a:custGeom>
            <a:avLst/>
            <a:gdLst/>
            <a:ahLst/>
            <a:cxnLst/>
            <a:rect r="r" b="b" t="t" l="l"/>
            <a:pathLst>
              <a:path h="4877732" w="7114035">
                <a:moveTo>
                  <a:pt x="0" y="0"/>
                </a:moveTo>
                <a:lnTo>
                  <a:pt x="7114035" y="0"/>
                </a:lnTo>
                <a:lnTo>
                  <a:pt x="7114035" y="4877733"/>
                </a:lnTo>
                <a:lnTo>
                  <a:pt x="0" y="487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17874"/>
            <a:ext cx="6967528" cy="4780048"/>
          </a:xfrm>
          <a:custGeom>
            <a:avLst/>
            <a:gdLst/>
            <a:ahLst/>
            <a:cxnLst/>
            <a:rect r="r" b="b" t="t" l="l"/>
            <a:pathLst>
              <a:path h="4780048" w="6967528">
                <a:moveTo>
                  <a:pt x="0" y="0"/>
                </a:moveTo>
                <a:lnTo>
                  <a:pt x="6967528" y="0"/>
                </a:lnTo>
                <a:lnTo>
                  <a:pt x="6967528" y="4780049"/>
                </a:lnTo>
                <a:lnTo>
                  <a:pt x="0" y="478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45450" y="7466190"/>
            <a:ext cx="8849928" cy="1792110"/>
          </a:xfrm>
          <a:custGeom>
            <a:avLst/>
            <a:gdLst/>
            <a:ahLst/>
            <a:cxnLst/>
            <a:rect r="r" b="b" t="t" l="l"/>
            <a:pathLst>
              <a:path h="1792110" w="8849928">
                <a:moveTo>
                  <a:pt x="0" y="0"/>
                </a:moveTo>
                <a:lnTo>
                  <a:pt x="8849928" y="0"/>
                </a:lnTo>
                <a:lnTo>
                  <a:pt x="8849928" y="1792110"/>
                </a:lnTo>
                <a:lnTo>
                  <a:pt x="0" y="179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080321" y="1620190"/>
            <a:ext cx="7114035" cy="4877732"/>
          </a:xfrm>
          <a:custGeom>
            <a:avLst/>
            <a:gdLst/>
            <a:ahLst/>
            <a:cxnLst/>
            <a:rect r="r" b="b" t="t" l="l"/>
            <a:pathLst>
              <a:path h="4877732" w="7114035">
                <a:moveTo>
                  <a:pt x="0" y="0"/>
                </a:moveTo>
                <a:lnTo>
                  <a:pt x="7114035" y="0"/>
                </a:lnTo>
                <a:lnTo>
                  <a:pt x="7114035" y="4877733"/>
                </a:lnTo>
                <a:lnTo>
                  <a:pt x="0" y="487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Remover Fim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220510" y="7461139"/>
            <a:ext cx="8874868" cy="1797161"/>
          </a:xfrm>
          <a:custGeom>
            <a:avLst/>
            <a:gdLst/>
            <a:ahLst/>
            <a:cxnLst/>
            <a:rect r="r" b="b" t="t" l="l"/>
            <a:pathLst>
              <a:path h="1797161" w="8874868">
                <a:moveTo>
                  <a:pt x="0" y="0"/>
                </a:moveTo>
                <a:lnTo>
                  <a:pt x="8874868" y="0"/>
                </a:lnTo>
                <a:lnTo>
                  <a:pt x="8874868" y="1797161"/>
                </a:lnTo>
                <a:lnTo>
                  <a:pt x="0" y="1797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17874"/>
            <a:ext cx="6967528" cy="4780048"/>
          </a:xfrm>
          <a:custGeom>
            <a:avLst/>
            <a:gdLst/>
            <a:ahLst/>
            <a:cxnLst/>
            <a:rect r="r" b="b" t="t" l="l"/>
            <a:pathLst>
              <a:path h="4780048" w="6967528">
                <a:moveTo>
                  <a:pt x="0" y="0"/>
                </a:moveTo>
                <a:lnTo>
                  <a:pt x="6967528" y="0"/>
                </a:lnTo>
                <a:lnTo>
                  <a:pt x="6967528" y="4780049"/>
                </a:lnTo>
                <a:lnTo>
                  <a:pt x="0" y="478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37350" y="7527876"/>
            <a:ext cx="8817447" cy="1730424"/>
          </a:xfrm>
          <a:custGeom>
            <a:avLst/>
            <a:gdLst/>
            <a:ahLst/>
            <a:cxnLst/>
            <a:rect r="r" b="b" t="t" l="l"/>
            <a:pathLst>
              <a:path h="1730424" w="8817447">
                <a:moveTo>
                  <a:pt x="0" y="0"/>
                </a:moveTo>
                <a:lnTo>
                  <a:pt x="8817447" y="0"/>
                </a:lnTo>
                <a:lnTo>
                  <a:pt x="8817447" y="1730424"/>
                </a:lnTo>
                <a:lnTo>
                  <a:pt x="0" y="1730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7268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92076"/>
            <a:ext cx="6935070" cy="4772866"/>
          </a:xfrm>
          <a:custGeom>
            <a:avLst/>
            <a:gdLst/>
            <a:ahLst/>
            <a:cxnLst/>
            <a:rect r="r" b="b" t="t" l="l"/>
            <a:pathLst>
              <a:path h="4772866" w="6935070">
                <a:moveTo>
                  <a:pt x="0" y="0"/>
                </a:moveTo>
                <a:lnTo>
                  <a:pt x="6935070" y="0"/>
                </a:lnTo>
                <a:lnTo>
                  <a:pt x="6935070" y="4772866"/>
                </a:lnTo>
                <a:lnTo>
                  <a:pt x="0" y="477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337350" y="7527876"/>
            <a:ext cx="8817447" cy="1730424"/>
          </a:xfrm>
          <a:custGeom>
            <a:avLst/>
            <a:gdLst/>
            <a:ahLst/>
            <a:cxnLst/>
            <a:rect r="r" b="b" t="t" l="l"/>
            <a:pathLst>
              <a:path h="1730424" w="8817447">
                <a:moveTo>
                  <a:pt x="0" y="0"/>
                </a:moveTo>
                <a:lnTo>
                  <a:pt x="8817447" y="0"/>
                </a:lnTo>
                <a:lnTo>
                  <a:pt x="8817447" y="1730424"/>
                </a:lnTo>
                <a:lnTo>
                  <a:pt x="0" y="1730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92076"/>
            <a:ext cx="6888836" cy="4772866"/>
          </a:xfrm>
          <a:custGeom>
            <a:avLst/>
            <a:gdLst/>
            <a:ahLst/>
            <a:cxnLst/>
            <a:rect r="r" b="b" t="t" l="l"/>
            <a:pathLst>
              <a:path h="4772866" w="6888836">
                <a:moveTo>
                  <a:pt x="0" y="0"/>
                </a:moveTo>
                <a:lnTo>
                  <a:pt x="6888836" y="0"/>
                </a:lnTo>
                <a:lnTo>
                  <a:pt x="6888836" y="4772866"/>
                </a:lnTo>
                <a:lnTo>
                  <a:pt x="0" y="477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37350" y="7527876"/>
            <a:ext cx="8817447" cy="1730424"/>
          </a:xfrm>
          <a:custGeom>
            <a:avLst/>
            <a:gdLst/>
            <a:ahLst/>
            <a:cxnLst/>
            <a:rect r="r" b="b" t="t" l="l"/>
            <a:pathLst>
              <a:path h="1730424" w="8817447">
                <a:moveTo>
                  <a:pt x="0" y="0"/>
                </a:moveTo>
                <a:lnTo>
                  <a:pt x="8817447" y="0"/>
                </a:lnTo>
                <a:lnTo>
                  <a:pt x="8817447" y="1730424"/>
                </a:lnTo>
                <a:lnTo>
                  <a:pt x="0" y="1730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46382" y="6934779"/>
            <a:ext cx="1206722" cy="853535"/>
          </a:xfrm>
          <a:custGeom>
            <a:avLst/>
            <a:gdLst/>
            <a:ahLst/>
            <a:cxnLst/>
            <a:rect r="r" b="b" t="t" l="l"/>
            <a:pathLst>
              <a:path h="853535" w="1206722">
                <a:moveTo>
                  <a:pt x="0" y="0"/>
                </a:moveTo>
                <a:lnTo>
                  <a:pt x="1206722" y="0"/>
                </a:lnTo>
                <a:lnTo>
                  <a:pt x="1206722" y="853535"/>
                </a:lnTo>
                <a:lnTo>
                  <a:pt x="0" y="853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92076"/>
            <a:ext cx="6888836" cy="4826980"/>
          </a:xfrm>
          <a:custGeom>
            <a:avLst/>
            <a:gdLst/>
            <a:ahLst/>
            <a:cxnLst/>
            <a:rect r="r" b="b" t="t" l="l"/>
            <a:pathLst>
              <a:path h="4826980" w="6888836">
                <a:moveTo>
                  <a:pt x="0" y="0"/>
                </a:moveTo>
                <a:lnTo>
                  <a:pt x="6888836" y="0"/>
                </a:lnTo>
                <a:lnTo>
                  <a:pt x="6888836" y="4826980"/>
                </a:lnTo>
                <a:lnTo>
                  <a:pt x="0" y="4826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37350" y="7558728"/>
            <a:ext cx="8715754" cy="1699572"/>
          </a:xfrm>
          <a:custGeom>
            <a:avLst/>
            <a:gdLst/>
            <a:ahLst/>
            <a:cxnLst/>
            <a:rect r="r" b="b" t="t" l="l"/>
            <a:pathLst>
              <a:path h="1699572" w="8715754">
                <a:moveTo>
                  <a:pt x="0" y="0"/>
                </a:moveTo>
                <a:lnTo>
                  <a:pt x="8715754" y="0"/>
                </a:lnTo>
                <a:lnTo>
                  <a:pt x="8715754" y="1699572"/>
                </a:lnTo>
                <a:lnTo>
                  <a:pt x="0" y="169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46382" y="6934779"/>
            <a:ext cx="1206722" cy="853535"/>
          </a:xfrm>
          <a:custGeom>
            <a:avLst/>
            <a:gdLst/>
            <a:ahLst/>
            <a:cxnLst/>
            <a:rect r="r" b="b" t="t" l="l"/>
            <a:pathLst>
              <a:path h="853535" w="1206722">
                <a:moveTo>
                  <a:pt x="0" y="0"/>
                </a:moveTo>
                <a:lnTo>
                  <a:pt x="1206722" y="0"/>
                </a:lnTo>
                <a:lnTo>
                  <a:pt x="1206722" y="853535"/>
                </a:lnTo>
                <a:lnTo>
                  <a:pt x="0" y="853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792076"/>
            <a:ext cx="6888836" cy="4774124"/>
          </a:xfrm>
          <a:custGeom>
            <a:avLst/>
            <a:gdLst/>
            <a:ahLst/>
            <a:cxnLst/>
            <a:rect r="r" b="b" t="t" l="l"/>
            <a:pathLst>
              <a:path h="4774124" w="6888836">
                <a:moveTo>
                  <a:pt x="0" y="0"/>
                </a:moveTo>
                <a:lnTo>
                  <a:pt x="6888836" y="0"/>
                </a:lnTo>
                <a:lnTo>
                  <a:pt x="6888836" y="4774124"/>
                </a:lnTo>
                <a:lnTo>
                  <a:pt x="0" y="4774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89201" y="7042540"/>
            <a:ext cx="9070099" cy="2550965"/>
          </a:xfrm>
          <a:custGeom>
            <a:avLst/>
            <a:gdLst/>
            <a:ahLst/>
            <a:cxnLst/>
            <a:rect r="r" b="b" t="t" l="l"/>
            <a:pathLst>
              <a:path h="2550965" w="9070099">
                <a:moveTo>
                  <a:pt x="0" y="0"/>
                </a:moveTo>
                <a:lnTo>
                  <a:pt x="9070099" y="0"/>
                </a:lnTo>
                <a:lnTo>
                  <a:pt x="9070099" y="2550965"/>
                </a:lnTo>
                <a:lnTo>
                  <a:pt x="0" y="2550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802732"/>
            <a:ext cx="6873460" cy="4763468"/>
          </a:xfrm>
          <a:custGeom>
            <a:avLst/>
            <a:gdLst/>
            <a:ahLst/>
            <a:cxnLst/>
            <a:rect r="r" b="b" t="t" l="l"/>
            <a:pathLst>
              <a:path h="4763468" w="6873460">
                <a:moveTo>
                  <a:pt x="0" y="0"/>
                </a:moveTo>
                <a:lnTo>
                  <a:pt x="6873460" y="0"/>
                </a:lnTo>
                <a:lnTo>
                  <a:pt x="6873460" y="4763468"/>
                </a:lnTo>
                <a:lnTo>
                  <a:pt x="0" y="4763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5105" y="6904083"/>
            <a:ext cx="8746113" cy="2667564"/>
          </a:xfrm>
          <a:custGeom>
            <a:avLst/>
            <a:gdLst/>
            <a:ahLst/>
            <a:cxnLst/>
            <a:rect r="r" b="b" t="t" l="l"/>
            <a:pathLst>
              <a:path h="2667564" w="8746113">
                <a:moveTo>
                  <a:pt x="0" y="0"/>
                </a:moveTo>
                <a:lnTo>
                  <a:pt x="8746113" y="0"/>
                </a:lnTo>
                <a:lnTo>
                  <a:pt x="8746113" y="2667564"/>
                </a:lnTo>
                <a:lnTo>
                  <a:pt x="0" y="2667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442365" y="3498997"/>
            <a:ext cx="8597523" cy="3299590"/>
          </a:xfrm>
          <a:custGeom>
            <a:avLst/>
            <a:gdLst/>
            <a:ahLst/>
            <a:cxnLst/>
            <a:rect r="r" b="b" t="t" l="l"/>
            <a:pathLst>
              <a:path h="3299590" w="8597523">
                <a:moveTo>
                  <a:pt x="0" y="0"/>
                </a:moveTo>
                <a:lnTo>
                  <a:pt x="8597523" y="0"/>
                </a:lnTo>
                <a:lnTo>
                  <a:pt x="8597523" y="3299590"/>
                </a:lnTo>
                <a:lnTo>
                  <a:pt x="0" y="3299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96708" y="1579257"/>
            <a:ext cx="12056636" cy="7128486"/>
          </a:xfrm>
          <a:custGeom>
            <a:avLst/>
            <a:gdLst/>
            <a:ahLst/>
            <a:cxnLst/>
            <a:rect r="r" b="b" t="t" l="l"/>
            <a:pathLst>
              <a:path h="7128486" w="12056636">
                <a:moveTo>
                  <a:pt x="0" y="0"/>
                </a:moveTo>
                <a:lnTo>
                  <a:pt x="12056636" y="0"/>
                </a:lnTo>
                <a:lnTo>
                  <a:pt x="12056636" y="7128486"/>
                </a:lnTo>
                <a:lnTo>
                  <a:pt x="0" y="712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767625" y="1496897"/>
            <a:ext cx="11773717" cy="6946493"/>
          </a:xfrm>
          <a:custGeom>
            <a:avLst/>
            <a:gdLst/>
            <a:ahLst/>
            <a:cxnLst/>
            <a:rect r="r" b="b" t="t" l="l"/>
            <a:pathLst>
              <a:path h="6946493" w="11773717">
                <a:moveTo>
                  <a:pt x="0" y="0"/>
                </a:moveTo>
                <a:lnTo>
                  <a:pt x="11773717" y="0"/>
                </a:lnTo>
                <a:lnTo>
                  <a:pt x="11773717" y="6946493"/>
                </a:lnTo>
                <a:lnTo>
                  <a:pt x="0" y="6946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710217" y="1596418"/>
            <a:ext cx="11723233" cy="6916707"/>
          </a:xfrm>
          <a:custGeom>
            <a:avLst/>
            <a:gdLst/>
            <a:ahLst/>
            <a:cxnLst/>
            <a:rect r="r" b="b" t="t" l="l"/>
            <a:pathLst>
              <a:path h="6916707" w="11723233">
                <a:moveTo>
                  <a:pt x="0" y="0"/>
                </a:moveTo>
                <a:lnTo>
                  <a:pt x="11723233" y="0"/>
                </a:lnTo>
                <a:lnTo>
                  <a:pt x="11723233" y="6916708"/>
                </a:lnTo>
                <a:lnTo>
                  <a:pt x="0" y="6916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15398"/>
          </a:xfrm>
          <a:custGeom>
            <a:avLst/>
            <a:gdLst/>
            <a:ahLst/>
            <a:cxnLst/>
            <a:rect r="r" b="b" t="t" l="l"/>
            <a:pathLst>
              <a:path h="7015398" w="11915750">
                <a:moveTo>
                  <a:pt x="0" y="0"/>
                </a:moveTo>
                <a:lnTo>
                  <a:pt x="11915749" y="0"/>
                </a:lnTo>
                <a:lnTo>
                  <a:pt x="11915749" y="7015398"/>
                </a:lnTo>
                <a:lnTo>
                  <a:pt x="0" y="7015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15398"/>
          </a:xfrm>
          <a:custGeom>
            <a:avLst/>
            <a:gdLst/>
            <a:ahLst/>
            <a:cxnLst/>
            <a:rect r="r" b="b" t="t" l="l"/>
            <a:pathLst>
              <a:path h="7015398" w="11915750">
                <a:moveTo>
                  <a:pt x="0" y="0"/>
                </a:moveTo>
                <a:lnTo>
                  <a:pt x="11915749" y="0"/>
                </a:lnTo>
                <a:lnTo>
                  <a:pt x="11915749" y="7015398"/>
                </a:lnTo>
                <a:lnTo>
                  <a:pt x="0" y="7015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15398"/>
          </a:xfrm>
          <a:custGeom>
            <a:avLst/>
            <a:gdLst/>
            <a:ahLst/>
            <a:cxnLst/>
            <a:rect r="r" b="b" t="t" l="l"/>
            <a:pathLst>
              <a:path h="7015398" w="11915750">
                <a:moveTo>
                  <a:pt x="0" y="0"/>
                </a:moveTo>
                <a:lnTo>
                  <a:pt x="11915749" y="0"/>
                </a:lnTo>
                <a:lnTo>
                  <a:pt x="11915749" y="7015398"/>
                </a:lnTo>
                <a:lnTo>
                  <a:pt x="0" y="7015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12065" cy="6939588"/>
          </a:xfrm>
          <a:custGeom>
            <a:avLst/>
            <a:gdLst/>
            <a:ahLst/>
            <a:cxnLst/>
            <a:rect r="r" b="b" t="t" l="l"/>
            <a:pathLst>
              <a:path h="6939588" w="11812065">
                <a:moveTo>
                  <a:pt x="0" y="0"/>
                </a:moveTo>
                <a:lnTo>
                  <a:pt x="11812065" y="0"/>
                </a:lnTo>
                <a:lnTo>
                  <a:pt x="11812065" y="6939588"/>
                </a:lnTo>
                <a:lnTo>
                  <a:pt x="0" y="6939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12065" cy="6998649"/>
          </a:xfrm>
          <a:custGeom>
            <a:avLst/>
            <a:gdLst/>
            <a:ahLst/>
            <a:cxnLst/>
            <a:rect r="r" b="b" t="t" l="l"/>
            <a:pathLst>
              <a:path h="6998649" w="11812065">
                <a:moveTo>
                  <a:pt x="0" y="0"/>
                </a:moveTo>
                <a:lnTo>
                  <a:pt x="11812065" y="0"/>
                </a:lnTo>
                <a:lnTo>
                  <a:pt x="11812065" y="6998649"/>
                </a:lnTo>
                <a:lnTo>
                  <a:pt x="0" y="6998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6955819"/>
          </a:xfrm>
          <a:custGeom>
            <a:avLst/>
            <a:gdLst/>
            <a:ahLst/>
            <a:cxnLst/>
            <a:rect r="r" b="b" t="t" l="l"/>
            <a:pathLst>
              <a:path h="6955819" w="11915750">
                <a:moveTo>
                  <a:pt x="0" y="0"/>
                </a:moveTo>
                <a:lnTo>
                  <a:pt x="11915749" y="0"/>
                </a:lnTo>
                <a:lnTo>
                  <a:pt x="11915749" y="6955819"/>
                </a:lnTo>
                <a:lnTo>
                  <a:pt x="0" y="6955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915750" cy="7119660"/>
          </a:xfrm>
          <a:custGeom>
            <a:avLst/>
            <a:gdLst/>
            <a:ahLst/>
            <a:cxnLst/>
            <a:rect r="r" b="b" t="t" l="l"/>
            <a:pathLst>
              <a:path h="7119660" w="11915750">
                <a:moveTo>
                  <a:pt x="0" y="0"/>
                </a:moveTo>
                <a:lnTo>
                  <a:pt x="11915749" y="0"/>
                </a:lnTo>
                <a:lnTo>
                  <a:pt x="11915749" y="7119661"/>
                </a:lnTo>
                <a:lnTo>
                  <a:pt x="0" y="7119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992296" cy="7000503"/>
          </a:xfrm>
          <a:custGeom>
            <a:avLst/>
            <a:gdLst/>
            <a:ahLst/>
            <a:cxnLst/>
            <a:rect r="r" b="b" t="t" l="l"/>
            <a:pathLst>
              <a:path h="7000503" w="11992296">
                <a:moveTo>
                  <a:pt x="0" y="0"/>
                </a:moveTo>
                <a:lnTo>
                  <a:pt x="11992296" y="0"/>
                </a:lnTo>
                <a:lnTo>
                  <a:pt x="11992296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Inserir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711389" y="3574304"/>
            <a:ext cx="8116027" cy="3138392"/>
          </a:xfrm>
          <a:custGeom>
            <a:avLst/>
            <a:gdLst/>
            <a:ahLst/>
            <a:cxnLst/>
            <a:rect r="r" b="b" t="t" l="l"/>
            <a:pathLst>
              <a:path h="3138392" w="8116027">
                <a:moveTo>
                  <a:pt x="0" y="0"/>
                </a:moveTo>
                <a:lnTo>
                  <a:pt x="8116026" y="0"/>
                </a:lnTo>
                <a:lnTo>
                  <a:pt x="8116026" y="3138392"/>
                </a:lnTo>
                <a:lnTo>
                  <a:pt x="0" y="3138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743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992296" cy="7060464"/>
          </a:xfrm>
          <a:custGeom>
            <a:avLst/>
            <a:gdLst/>
            <a:ahLst/>
            <a:cxnLst/>
            <a:rect r="r" b="b" t="t" l="l"/>
            <a:pathLst>
              <a:path h="7060464" w="11992296">
                <a:moveTo>
                  <a:pt x="0" y="0"/>
                </a:moveTo>
                <a:lnTo>
                  <a:pt x="11992296" y="0"/>
                </a:lnTo>
                <a:lnTo>
                  <a:pt x="11992296" y="7060465"/>
                </a:lnTo>
                <a:lnTo>
                  <a:pt x="0" y="7060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992296" cy="7060464"/>
          </a:xfrm>
          <a:custGeom>
            <a:avLst/>
            <a:gdLst/>
            <a:ahLst/>
            <a:cxnLst/>
            <a:rect r="r" b="b" t="t" l="l"/>
            <a:pathLst>
              <a:path h="7060464" w="11992296">
                <a:moveTo>
                  <a:pt x="0" y="0"/>
                </a:moveTo>
                <a:lnTo>
                  <a:pt x="11992296" y="0"/>
                </a:lnTo>
                <a:lnTo>
                  <a:pt x="11992296" y="7060465"/>
                </a:lnTo>
                <a:lnTo>
                  <a:pt x="0" y="7060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1309" cy="7060464"/>
          </a:xfrm>
          <a:custGeom>
            <a:avLst/>
            <a:gdLst/>
            <a:ahLst/>
            <a:cxnLst/>
            <a:rect r="r" b="b" t="t" l="l"/>
            <a:pathLst>
              <a:path h="7060464" w="11891309">
                <a:moveTo>
                  <a:pt x="0" y="0"/>
                </a:moveTo>
                <a:lnTo>
                  <a:pt x="11891308" y="0"/>
                </a:lnTo>
                <a:lnTo>
                  <a:pt x="11891308" y="7060465"/>
                </a:lnTo>
                <a:lnTo>
                  <a:pt x="0" y="7060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915750" cy="7030292"/>
          </a:xfrm>
          <a:custGeom>
            <a:avLst/>
            <a:gdLst/>
            <a:ahLst/>
            <a:cxnLst/>
            <a:rect r="r" b="b" t="t" l="l"/>
            <a:pathLst>
              <a:path h="7030292" w="11915750">
                <a:moveTo>
                  <a:pt x="0" y="0"/>
                </a:moveTo>
                <a:lnTo>
                  <a:pt x="11915749" y="0"/>
                </a:lnTo>
                <a:lnTo>
                  <a:pt x="11915749" y="7030293"/>
                </a:lnTo>
                <a:lnTo>
                  <a:pt x="0" y="7030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7000503"/>
          </a:xfrm>
          <a:custGeom>
            <a:avLst/>
            <a:gdLst/>
            <a:ahLst/>
            <a:cxnLst/>
            <a:rect r="r" b="b" t="t" l="l"/>
            <a:pathLst>
              <a:path h="7000503" w="11890451">
                <a:moveTo>
                  <a:pt x="0" y="0"/>
                </a:moveTo>
                <a:lnTo>
                  <a:pt x="11890451" y="0"/>
                </a:lnTo>
                <a:lnTo>
                  <a:pt x="11890451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6970777"/>
          </a:xfrm>
          <a:custGeom>
            <a:avLst/>
            <a:gdLst/>
            <a:ahLst/>
            <a:cxnLst/>
            <a:rect r="r" b="b" t="t" l="l"/>
            <a:pathLst>
              <a:path h="6970777" w="11890451">
                <a:moveTo>
                  <a:pt x="0" y="0"/>
                </a:moveTo>
                <a:lnTo>
                  <a:pt x="11890451" y="0"/>
                </a:lnTo>
                <a:lnTo>
                  <a:pt x="11890451" y="6970777"/>
                </a:lnTo>
                <a:lnTo>
                  <a:pt x="0" y="697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7104544"/>
          </a:xfrm>
          <a:custGeom>
            <a:avLst/>
            <a:gdLst/>
            <a:ahLst/>
            <a:cxnLst/>
            <a:rect r="r" b="b" t="t" l="l"/>
            <a:pathLst>
              <a:path h="7104544" w="11890451">
                <a:moveTo>
                  <a:pt x="0" y="0"/>
                </a:moveTo>
                <a:lnTo>
                  <a:pt x="11890451" y="0"/>
                </a:lnTo>
                <a:lnTo>
                  <a:pt x="11890451" y="7104545"/>
                </a:lnTo>
                <a:lnTo>
                  <a:pt x="0" y="7104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7045092"/>
          </a:xfrm>
          <a:custGeom>
            <a:avLst/>
            <a:gdLst/>
            <a:ahLst/>
            <a:cxnLst/>
            <a:rect r="r" b="b" t="t" l="l"/>
            <a:pathLst>
              <a:path h="7045092" w="11890451">
                <a:moveTo>
                  <a:pt x="0" y="0"/>
                </a:moveTo>
                <a:lnTo>
                  <a:pt x="11890451" y="0"/>
                </a:lnTo>
                <a:lnTo>
                  <a:pt x="11890451" y="7045092"/>
                </a:lnTo>
                <a:lnTo>
                  <a:pt x="0" y="7045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7000503"/>
          </a:xfrm>
          <a:custGeom>
            <a:avLst/>
            <a:gdLst/>
            <a:ahLst/>
            <a:cxnLst/>
            <a:rect r="r" b="b" t="t" l="l"/>
            <a:pathLst>
              <a:path h="7000503" w="11890451">
                <a:moveTo>
                  <a:pt x="0" y="0"/>
                </a:moveTo>
                <a:lnTo>
                  <a:pt x="11890451" y="0"/>
                </a:lnTo>
                <a:lnTo>
                  <a:pt x="11890451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915750" cy="7000503"/>
          </a:xfrm>
          <a:custGeom>
            <a:avLst/>
            <a:gdLst/>
            <a:ahLst/>
            <a:cxnLst/>
            <a:rect r="r" b="b" t="t" l="l"/>
            <a:pathLst>
              <a:path h="7000503" w="11915750">
                <a:moveTo>
                  <a:pt x="0" y="0"/>
                </a:moveTo>
                <a:lnTo>
                  <a:pt x="11915749" y="0"/>
                </a:lnTo>
                <a:lnTo>
                  <a:pt x="11915749" y="7000503"/>
                </a:lnTo>
                <a:lnTo>
                  <a:pt x="0" y="700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3006" y="1635801"/>
            <a:ext cx="11890451" cy="7089681"/>
          </a:xfrm>
          <a:custGeom>
            <a:avLst/>
            <a:gdLst/>
            <a:ahLst/>
            <a:cxnLst/>
            <a:rect r="r" b="b" t="t" l="l"/>
            <a:pathLst>
              <a:path h="7089681" w="11890451">
                <a:moveTo>
                  <a:pt x="0" y="0"/>
                </a:moveTo>
                <a:lnTo>
                  <a:pt x="11890451" y="0"/>
                </a:lnTo>
                <a:lnTo>
                  <a:pt x="11890451" y="7089682"/>
                </a:lnTo>
                <a:lnTo>
                  <a:pt x="0" y="708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0344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3006" y="1635801"/>
            <a:ext cx="11722966" cy="6887243"/>
          </a:xfrm>
          <a:custGeom>
            <a:avLst/>
            <a:gdLst/>
            <a:ahLst/>
            <a:cxnLst/>
            <a:rect r="r" b="b" t="t" l="l"/>
            <a:pathLst>
              <a:path h="6887243" w="11722966">
                <a:moveTo>
                  <a:pt x="0" y="0"/>
                </a:moveTo>
                <a:lnTo>
                  <a:pt x="11722966" y="0"/>
                </a:lnTo>
                <a:lnTo>
                  <a:pt x="11722966" y="6887243"/>
                </a:lnTo>
                <a:lnTo>
                  <a:pt x="0" y="6887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9314" y="3488413"/>
            <a:ext cx="5853065" cy="3310174"/>
            <a:chOff x="0" y="0"/>
            <a:chExt cx="7804087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Simples  Remover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7804087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8173615" y="-1983628"/>
            <a:ext cx="18404631" cy="13313729"/>
            <a:chOff x="0" y="0"/>
            <a:chExt cx="877811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111" cy="6350000"/>
            </a:xfrm>
            <a:custGeom>
              <a:avLst/>
              <a:gdLst/>
              <a:ahLst/>
              <a:cxnLst/>
              <a:rect r="r" b="b" t="t" l="l"/>
              <a:pathLst>
                <a:path h="6350000" w="8778111">
                  <a:moveTo>
                    <a:pt x="4389056" y="0"/>
                  </a:moveTo>
                  <a:cubicBezTo>
                    <a:pt x="1965047" y="0"/>
                    <a:pt x="0" y="1421496"/>
                    <a:pt x="0" y="3175000"/>
                  </a:cubicBezTo>
                  <a:cubicBezTo>
                    <a:pt x="0" y="4928504"/>
                    <a:pt x="1965047" y="6350000"/>
                    <a:pt x="4389056" y="6350000"/>
                  </a:cubicBezTo>
                  <a:cubicBezTo>
                    <a:pt x="6813065" y="6350000"/>
                    <a:pt x="8778111" y="4928504"/>
                    <a:pt x="8778111" y="3175000"/>
                  </a:cubicBezTo>
                  <a:cubicBezTo>
                    <a:pt x="8778111" y="1421496"/>
                    <a:pt x="6813065" y="0"/>
                    <a:pt x="438905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440" y="1564201"/>
            <a:ext cx="5853065" cy="7158599"/>
            <a:chOff x="0" y="0"/>
            <a:chExt cx="7804087" cy="9544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13" y="0"/>
              <a:ext cx="7793774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7804087" cy="7236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 NO INÍCIO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 NO FIM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INSERIR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 NO INÍCIO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 NO FIM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REMOVER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92855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582297" y="2020037"/>
            <a:ext cx="8138238" cy="4744857"/>
          </a:xfrm>
          <a:custGeom>
            <a:avLst/>
            <a:gdLst/>
            <a:ahLst/>
            <a:cxnLst/>
            <a:rect r="r" b="b" t="t" l="l"/>
            <a:pathLst>
              <a:path h="4744857" w="8138238">
                <a:moveTo>
                  <a:pt x="0" y="0"/>
                </a:moveTo>
                <a:lnTo>
                  <a:pt x="8138238" y="0"/>
                </a:lnTo>
                <a:lnTo>
                  <a:pt x="8138238" y="4744858"/>
                </a:lnTo>
                <a:lnTo>
                  <a:pt x="0" y="474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82297" y="7448488"/>
            <a:ext cx="8138238" cy="1809812"/>
          </a:xfrm>
          <a:custGeom>
            <a:avLst/>
            <a:gdLst/>
            <a:ahLst/>
            <a:cxnLst/>
            <a:rect r="r" b="b" t="t" l="l"/>
            <a:pathLst>
              <a:path h="1809812" w="8138238">
                <a:moveTo>
                  <a:pt x="0" y="0"/>
                </a:moveTo>
                <a:lnTo>
                  <a:pt x="8138238" y="0"/>
                </a:lnTo>
                <a:lnTo>
                  <a:pt x="8138238" y="1809812"/>
                </a:lnTo>
                <a:lnTo>
                  <a:pt x="0" y="1809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8920" y="3204756"/>
            <a:ext cx="6610711" cy="4243732"/>
            <a:chOff x="0" y="0"/>
            <a:chExt cx="8814281" cy="56583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1648" y="0"/>
              <a:ext cx="8802633" cy="287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19"/>
                </a:lnSpc>
              </a:pPr>
              <a:r>
                <a:rPr lang="en-US" b="true" sz="7099" spc="-141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519"/>
                </a:lnSpc>
              </a:pPr>
              <a:r>
                <a:rPr lang="en-US" b="true" sz="7099" spc="-141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Classe CelulaDupla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05153"/>
              <a:ext cx="8814281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Similar a classe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Celula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antes vista, o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principal diferencia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 é a criação de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mais um ponteiro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70014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009051"/>
            <a:ext cx="7490954" cy="5537378"/>
          </a:xfrm>
          <a:custGeom>
            <a:avLst/>
            <a:gdLst/>
            <a:ahLst/>
            <a:cxnLst/>
            <a:rect r="r" b="b" t="t" l="l"/>
            <a:pathLst>
              <a:path h="5537378" w="7490954">
                <a:moveTo>
                  <a:pt x="0" y="0"/>
                </a:moveTo>
                <a:lnTo>
                  <a:pt x="7490954" y="0"/>
                </a:lnTo>
                <a:lnTo>
                  <a:pt x="7490954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9143" y="3545509"/>
            <a:ext cx="4951728" cy="3195982"/>
            <a:chOff x="0" y="0"/>
            <a:chExt cx="6602304" cy="426131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725" y="0"/>
              <a:ext cx="6593579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08153"/>
              <a:ext cx="6602304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Similar a Lista Simples, contudo considerando o ponteiro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ant.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001228" y="1698293"/>
            <a:ext cx="7769520" cy="5729322"/>
          </a:xfrm>
          <a:custGeom>
            <a:avLst/>
            <a:gdLst/>
            <a:ahLst/>
            <a:cxnLst/>
            <a:rect r="r" b="b" t="t" l="l"/>
            <a:pathLst>
              <a:path h="5729322" w="7769520">
                <a:moveTo>
                  <a:pt x="0" y="0"/>
                </a:moveTo>
                <a:lnTo>
                  <a:pt x="7769520" y="0"/>
                </a:lnTo>
                <a:lnTo>
                  <a:pt x="7769520" y="5729322"/>
                </a:lnTo>
                <a:lnTo>
                  <a:pt x="0" y="5729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72909" y="7625704"/>
            <a:ext cx="4826158" cy="1998597"/>
          </a:xfrm>
          <a:custGeom>
            <a:avLst/>
            <a:gdLst/>
            <a:ahLst/>
            <a:cxnLst/>
            <a:rect r="r" b="b" t="t" l="l"/>
            <a:pathLst>
              <a:path h="1998597" w="4826158">
                <a:moveTo>
                  <a:pt x="0" y="0"/>
                </a:moveTo>
                <a:lnTo>
                  <a:pt x="4826159" y="0"/>
                </a:lnTo>
                <a:lnTo>
                  <a:pt x="4826159" y="1998597"/>
                </a:lnTo>
                <a:lnTo>
                  <a:pt x="0" y="1998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3195982"/>
            <a:chOff x="0" y="0"/>
            <a:chExt cx="6445550" cy="42613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1473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08153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Similar a Lista Simples, contudo considerando o ponteiro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ant.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116007" y="1878422"/>
            <a:ext cx="7464008" cy="5537378"/>
          </a:xfrm>
          <a:custGeom>
            <a:avLst/>
            <a:gdLst/>
            <a:ahLst/>
            <a:cxnLst/>
            <a:rect r="r" b="b" t="t" l="l"/>
            <a:pathLst>
              <a:path h="5537378" w="7464008">
                <a:moveTo>
                  <a:pt x="0" y="0"/>
                </a:moveTo>
                <a:lnTo>
                  <a:pt x="7464009" y="0"/>
                </a:lnTo>
                <a:lnTo>
                  <a:pt x="7464009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779020" y="2140060"/>
            <a:ext cx="12425016" cy="5125319"/>
          </a:xfrm>
          <a:custGeom>
            <a:avLst/>
            <a:gdLst/>
            <a:ahLst/>
            <a:cxnLst/>
            <a:rect r="r" b="b" t="t" l="l"/>
            <a:pathLst>
              <a:path h="5125319" w="12425016">
                <a:moveTo>
                  <a:pt x="0" y="0"/>
                </a:moveTo>
                <a:lnTo>
                  <a:pt x="12425015" y="0"/>
                </a:lnTo>
                <a:lnTo>
                  <a:pt x="12425015" y="5125319"/>
                </a:lnTo>
                <a:lnTo>
                  <a:pt x="0" y="5125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425071" y="1546774"/>
            <a:ext cx="6950383" cy="5469154"/>
          </a:xfrm>
          <a:custGeom>
            <a:avLst/>
            <a:gdLst/>
            <a:ahLst/>
            <a:cxnLst/>
            <a:rect r="r" b="b" t="t" l="l"/>
            <a:pathLst>
              <a:path h="5469154" w="6950383">
                <a:moveTo>
                  <a:pt x="0" y="0"/>
                </a:moveTo>
                <a:lnTo>
                  <a:pt x="6950383" y="0"/>
                </a:lnTo>
                <a:lnTo>
                  <a:pt x="6950383" y="5469154"/>
                </a:lnTo>
                <a:lnTo>
                  <a:pt x="0" y="5469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14189" y="7532117"/>
            <a:ext cx="9010818" cy="1940072"/>
          </a:xfrm>
          <a:custGeom>
            <a:avLst/>
            <a:gdLst/>
            <a:ahLst/>
            <a:cxnLst/>
            <a:rect r="r" b="b" t="t" l="l"/>
            <a:pathLst>
              <a:path h="1940072" w="9010818">
                <a:moveTo>
                  <a:pt x="0" y="0"/>
                </a:moveTo>
                <a:lnTo>
                  <a:pt x="9010818" y="0"/>
                </a:lnTo>
                <a:lnTo>
                  <a:pt x="9010818" y="1940073"/>
                </a:lnTo>
                <a:lnTo>
                  <a:pt x="0" y="1940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2993086"/>
            <a:ext cx="4834162" cy="4300828"/>
            <a:chOff x="0" y="0"/>
            <a:chExt cx="6445550" cy="57344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5 e 7, vamos inserir o 3 no início.</a:t>
              </a:r>
            </a:p>
          </p:txBody>
        </p:sp>
      </p:grp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616587" y="7371757"/>
            <a:ext cx="8755506" cy="1886543"/>
          </a:xfrm>
          <a:custGeom>
            <a:avLst/>
            <a:gdLst/>
            <a:ahLst/>
            <a:cxnLst/>
            <a:rect r="r" b="b" t="t" l="l"/>
            <a:pathLst>
              <a:path h="1886543" w="8755506">
                <a:moveTo>
                  <a:pt x="0" y="0"/>
                </a:moveTo>
                <a:lnTo>
                  <a:pt x="8755507" y="0"/>
                </a:lnTo>
                <a:lnTo>
                  <a:pt x="8755507" y="1886543"/>
                </a:lnTo>
                <a:lnTo>
                  <a:pt x="0" y="1886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36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18843" y="1028700"/>
            <a:ext cx="6950995" cy="5466594"/>
          </a:xfrm>
          <a:custGeom>
            <a:avLst/>
            <a:gdLst/>
            <a:ahLst/>
            <a:cxnLst/>
            <a:rect r="r" b="b" t="t" l="l"/>
            <a:pathLst>
              <a:path h="5466594" w="6950995">
                <a:moveTo>
                  <a:pt x="0" y="0"/>
                </a:moveTo>
                <a:lnTo>
                  <a:pt x="6950995" y="0"/>
                </a:lnTo>
                <a:lnTo>
                  <a:pt x="6950995" y="5466594"/>
                </a:lnTo>
                <a:lnTo>
                  <a:pt x="0" y="5466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488413"/>
            <a:ext cx="4834162" cy="3310174"/>
            <a:chOff x="0" y="0"/>
            <a:chExt cx="6445550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409779" y="1124300"/>
            <a:ext cx="7169123" cy="5674287"/>
          </a:xfrm>
          <a:custGeom>
            <a:avLst/>
            <a:gdLst/>
            <a:ahLst/>
            <a:cxnLst/>
            <a:rect r="r" b="b" t="t" l="l"/>
            <a:pathLst>
              <a:path h="5674287" w="7169123">
                <a:moveTo>
                  <a:pt x="0" y="0"/>
                </a:moveTo>
                <a:lnTo>
                  <a:pt x="7169123" y="0"/>
                </a:lnTo>
                <a:lnTo>
                  <a:pt x="7169123" y="5674287"/>
                </a:lnTo>
                <a:lnTo>
                  <a:pt x="0" y="567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4405" b="-535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32433" y="7146623"/>
            <a:ext cx="8490598" cy="2007684"/>
          </a:xfrm>
          <a:custGeom>
            <a:avLst/>
            <a:gdLst/>
            <a:ahLst/>
            <a:cxnLst/>
            <a:rect r="r" b="b" t="t" l="l"/>
            <a:pathLst>
              <a:path h="2007684" w="8490598">
                <a:moveTo>
                  <a:pt x="0" y="0"/>
                </a:moveTo>
                <a:lnTo>
                  <a:pt x="8490598" y="0"/>
                </a:lnTo>
                <a:lnTo>
                  <a:pt x="8490598" y="2007685"/>
                </a:lnTo>
                <a:lnTo>
                  <a:pt x="0" y="2007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488413"/>
            <a:ext cx="4834162" cy="3310174"/>
            <a:chOff x="0" y="0"/>
            <a:chExt cx="6445550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409779" y="1124300"/>
            <a:ext cx="7114910" cy="5674287"/>
          </a:xfrm>
          <a:custGeom>
            <a:avLst/>
            <a:gdLst/>
            <a:ahLst/>
            <a:cxnLst/>
            <a:rect r="r" b="b" t="t" l="l"/>
            <a:pathLst>
              <a:path h="5674287" w="7114910">
                <a:moveTo>
                  <a:pt x="0" y="0"/>
                </a:moveTo>
                <a:lnTo>
                  <a:pt x="7114910" y="0"/>
                </a:lnTo>
                <a:lnTo>
                  <a:pt x="7114910" y="5674287"/>
                </a:lnTo>
                <a:lnTo>
                  <a:pt x="0" y="567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45114" y="7245638"/>
            <a:ext cx="8577917" cy="1908670"/>
          </a:xfrm>
          <a:custGeom>
            <a:avLst/>
            <a:gdLst/>
            <a:ahLst/>
            <a:cxnLst/>
            <a:rect r="r" b="b" t="t" l="l"/>
            <a:pathLst>
              <a:path h="1908670" w="8577917">
                <a:moveTo>
                  <a:pt x="0" y="0"/>
                </a:moveTo>
                <a:lnTo>
                  <a:pt x="8577917" y="0"/>
                </a:lnTo>
                <a:lnTo>
                  <a:pt x="8577917" y="1908670"/>
                </a:lnTo>
                <a:lnTo>
                  <a:pt x="0" y="1908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488413"/>
            <a:ext cx="4834162" cy="3310174"/>
            <a:chOff x="0" y="0"/>
            <a:chExt cx="6445550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409779" y="1124300"/>
            <a:ext cx="7114910" cy="5589238"/>
          </a:xfrm>
          <a:custGeom>
            <a:avLst/>
            <a:gdLst/>
            <a:ahLst/>
            <a:cxnLst/>
            <a:rect r="r" b="b" t="t" l="l"/>
            <a:pathLst>
              <a:path h="5589238" w="7114910">
                <a:moveTo>
                  <a:pt x="0" y="0"/>
                </a:moveTo>
                <a:lnTo>
                  <a:pt x="7114910" y="0"/>
                </a:lnTo>
                <a:lnTo>
                  <a:pt x="7114910" y="5589238"/>
                </a:lnTo>
                <a:lnTo>
                  <a:pt x="0" y="558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6215" y="7329508"/>
            <a:ext cx="9518241" cy="1618101"/>
          </a:xfrm>
          <a:custGeom>
            <a:avLst/>
            <a:gdLst/>
            <a:ahLst/>
            <a:cxnLst/>
            <a:rect r="r" b="b" t="t" l="l"/>
            <a:pathLst>
              <a:path h="1618101" w="9518241">
                <a:moveTo>
                  <a:pt x="0" y="0"/>
                </a:moveTo>
                <a:lnTo>
                  <a:pt x="9518240" y="0"/>
                </a:lnTo>
                <a:lnTo>
                  <a:pt x="9518240" y="1618101"/>
                </a:lnTo>
                <a:lnTo>
                  <a:pt x="0" y="1618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488413"/>
            <a:ext cx="4834162" cy="3310174"/>
            <a:chOff x="0" y="0"/>
            <a:chExt cx="6445550" cy="441356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124855" y="1633976"/>
            <a:ext cx="7522266" cy="5529882"/>
          </a:xfrm>
          <a:custGeom>
            <a:avLst/>
            <a:gdLst/>
            <a:ahLst/>
            <a:cxnLst/>
            <a:rect r="r" b="b" t="t" l="l"/>
            <a:pathLst>
              <a:path h="5529882" w="7522266">
                <a:moveTo>
                  <a:pt x="0" y="0"/>
                </a:moveTo>
                <a:lnTo>
                  <a:pt x="7522266" y="0"/>
                </a:lnTo>
                <a:lnTo>
                  <a:pt x="7522266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488413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Fim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265721" y="1028700"/>
            <a:ext cx="9084713" cy="3563719"/>
          </a:xfrm>
          <a:custGeom>
            <a:avLst/>
            <a:gdLst/>
            <a:ahLst/>
            <a:cxnLst/>
            <a:rect r="r" b="b" t="t" l="l"/>
            <a:pathLst>
              <a:path h="3563719" w="9084713">
                <a:moveTo>
                  <a:pt x="0" y="0"/>
                </a:moveTo>
                <a:lnTo>
                  <a:pt x="9084713" y="0"/>
                </a:lnTo>
                <a:lnTo>
                  <a:pt x="9084713" y="3563719"/>
                </a:lnTo>
                <a:lnTo>
                  <a:pt x="0" y="3563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5686" y="5296678"/>
            <a:ext cx="9004748" cy="3882781"/>
          </a:xfrm>
          <a:custGeom>
            <a:avLst/>
            <a:gdLst/>
            <a:ahLst/>
            <a:cxnLst/>
            <a:rect r="r" b="b" t="t" l="l"/>
            <a:pathLst>
              <a:path h="3882781" w="9004748">
                <a:moveTo>
                  <a:pt x="0" y="0"/>
                </a:moveTo>
                <a:lnTo>
                  <a:pt x="9004748" y="0"/>
                </a:lnTo>
                <a:lnTo>
                  <a:pt x="9004748" y="3882781"/>
                </a:lnTo>
                <a:lnTo>
                  <a:pt x="0" y="3882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4720" y="3545509"/>
            <a:ext cx="4827774" cy="220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Lista Dupla</a:t>
            </a:r>
          </a:p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Inserir Fim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760472" y="1894272"/>
            <a:ext cx="8682311" cy="3302474"/>
          </a:xfrm>
          <a:custGeom>
            <a:avLst/>
            <a:gdLst/>
            <a:ahLst/>
            <a:cxnLst/>
            <a:rect r="r" b="b" t="t" l="l"/>
            <a:pathLst>
              <a:path h="3302474" w="8682311">
                <a:moveTo>
                  <a:pt x="0" y="0"/>
                </a:moveTo>
                <a:lnTo>
                  <a:pt x="8682311" y="0"/>
                </a:lnTo>
                <a:lnTo>
                  <a:pt x="8682311" y="3302474"/>
                </a:lnTo>
                <a:lnTo>
                  <a:pt x="0" y="330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0472" y="6762832"/>
            <a:ext cx="8682311" cy="1880604"/>
          </a:xfrm>
          <a:custGeom>
            <a:avLst/>
            <a:gdLst/>
            <a:ahLst/>
            <a:cxnLst/>
            <a:rect r="r" b="b" t="t" l="l"/>
            <a:pathLst>
              <a:path h="1880604" w="8682311">
                <a:moveTo>
                  <a:pt x="0" y="0"/>
                </a:moveTo>
                <a:lnTo>
                  <a:pt x="8682311" y="0"/>
                </a:lnTo>
                <a:lnTo>
                  <a:pt x="8682311" y="1880604"/>
                </a:lnTo>
                <a:lnTo>
                  <a:pt x="0" y="1880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300828"/>
            <a:chOff x="0" y="0"/>
            <a:chExt cx="6445550" cy="57344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 e 5, vamos inserir o 7 no fim.</a:t>
              </a:r>
            </a:p>
          </p:txBody>
        </p:sp>
      </p:grp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49384" y="1993827"/>
            <a:ext cx="8593399" cy="3271150"/>
          </a:xfrm>
          <a:custGeom>
            <a:avLst/>
            <a:gdLst/>
            <a:ahLst/>
            <a:cxnLst/>
            <a:rect r="r" b="b" t="t" l="l"/>
            <a:pathLst>
              <a:path h="3271150" w="8593399">
                <a:moveTo>
                  <a:pt x="0" y="0"/>
                </a:moveTo>
                <a:lnTo>
                  <a:pt x="8593399" y="0"/>
                </a:lnTo>
                <a:lnTo>
                  <a:pt x="8593399" y="3271149"/>
                </a:lnTo>
                <a:lnTo>
                  <a:pt x="0" y="3271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9981" y="6688850"/>
            <a:ext cx="10032205" cy="1755636"/>
          </a:xfrm>
          <a:custGeom>
            <a:avLst/>
            <a:gdLst/>
            <a:ahLst/>
            <a:cxnLst/>
            <a:rect r="r" b="b" t="t" l="l"/>
            <a:pathLst>
              <a:path h="1755636" w="10032205">
                <a:moveTo>
                  <a:pt x="0" y="0"/>
                </a:moveTo>
                <a:lnTo>
                  <a:pt x="10032205" y="0"/>
                </a:lnTo>
                <a:lnTo>
                  <a:pt x="10032205" y="1755636"/>
                </a:lnTo>
                <a:lnTo>
                  <a:pt x="0" y="1755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300828"/>
            <a:chOff x="0" y="0"/>
            <a:chExt cx="6445550" cy="57344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 e 5, vamos inserir o 7 no fim.</a:t>
              </a:r>
            </a:p>
          </p:txBody>
        </p:sp>
      </p:grp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934620" y="1993827"/>
            <a:ext cx="8508162" cy="3305830"/>
          </a:xfrm>
          <a:custGeom>
            <a:avLst/>
            <a:gdLst/>
            <a:ahLst/>
            <a:cxnLst/>
            <a:rect r="r" b="b" t="t" l="l"/>
            <a:pathLst>
              <a:path h="3305830" w="8508162">
                <a:moveTo>
                  <a:pt x="0" y="0"/>
                </a:moveTo>
                <a:lnTo>
                  <a:pt x="8508163" y="0"/>
                </a:lnTo>
                <a:lnTo>
                  <a:pt x="8508163" y="3305830"/>
                </a:lnTo>
                <a:lnTo>
                  <a:pt x="0" y="330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19991" y="6714082"/>
            <a:ext cx="9978340" cy="1746210"/>
          </a:xfrm>
          <a:custGeom>
            <a:avLst/>
            <a:gdLst/>
            <a:ahLst/>
            <a:cxnLst/>
            <a:rect r="r" b="b" t="t" l="l"/>
            <a:pathLst>
              <a:path h="1746210" w="9978340">
                <a:moveTo>
                  <a:pt x="0" y="0"/>
                </a:moveTo>
                <a:lnTo>
                  <a:pt x="9978340" y="0"/>
                </a:lnTo>
                <a:lnTo>
                  <a:pt x="9978340" y="1746209"/>
                </a:lnTo>
                <a:lnTo>
                  <a:pt x="0" y="17462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300828"/>
            <a:chOff x="0" y="0"/>
            <a:chExt cx="6445550" cy="57344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 e 5, vamos inserir o 7 no fim.</a:t>
              </a:r>
            </a:p>
          </p:txBody>
        </p:sp>
      </p:grp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81105" y="1898083"/>
            <a:ext cx="8455044" cy="3294852"/>
          </a:xfrm>
          <a:custGeom>
            <a:avLst/>
            <a:gdLst/>
            <a:ahLst/>
            <a:cxnLst/>
            <a:rect r="r" b="b" t="t" l="l"/>
            <a:pathLst>
              <a:path h="3294852" w="8455044">
                <a:moveTo>
                  <a:pt x="0" y="0"/>
                </a:moveTo>
                <a:lnTo>
                  <a:pt x="8455044" y="0"/>
                </a:lnTo>
                <a:lnTo>
                  <a:pt x="8455044" y="3294852"/>
                </a:lnTo>
                <a:lnTo>
                  <a:pt x="0" y="3294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300828"/>
            <a:chOff x="0" y="0"/>
            <a:chExt cx="6445550" cy="57344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1953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 e 5, vamos inserir o 7 no fim.</a:t>
              </a:r>
            </a:p>
          </p:txBody>
        </p:sp>
      </p:grp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530825" y="2789457"/>
            <a:ext cx="12757175" cy="4225814"/>
          </a:xfrm>
          <a:custGeom>
            <a:avLst/>
            <a:gdLst/>
            <a:ahLst/>
            <a:cxnLst/>
            <a:rect r="r" b="b" t="t" l="l"/>
            <a:pathLst>
              <a:path h="4225814" w="12757175">
                <a:moveTo>
                  <a:pt x="0" y="0"/>
                </a:moveTo>
                <a:lnTo>
                  <a:pt x="12757175" y="0"/>
                </a:lnTo>
                <a:lnTo>
                  <a:pt x="12757175" y="4225814"/>
                </a:lnTo>
                <a:lnTo>
                  <a:pt x="0" y="4225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195982"/>
            <a:chOff x="0" y="0"/>
            <a:chExt cx="6445550" cy="426131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79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</a:pPr>
              <a:r>
                <a:rPr lang="en-US" b="true" sz="6899" spc="-13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279"/>
                </a:lnSpc>
              </a:pPr>
              <a:r>
                <a:rPr lang="en-US" b="true" sz="6899" spc="-13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 Início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29025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02787" y="1140686"/>
            <a:ext cx="8011680" cy="5313870"/>
          </a:xfrm>
          <a:custGeom>
            <a:avLst/>
            <a:gdLst/>
            <a:ahLst/>
            <a:cxnLst/>
            <a:rect r="r" b="b" t="t" l="l"/>
            <a:pathLst>
              <a:path h="5313870" w="8011680">
                <a:moveTo>
                  <a:pt x="0" y="0"/>
                </a:moveTo>
                <a:lnTo>
                  <a:pt x="8011680" y="0"/>
                </a:lnTo>
                <a:lnTo>
                  <a:pt x="8011680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681963"/>
            <a:chOff x="0" y="0"/>
            <a:chExt cx="6445550" cy="624261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79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79"/>
                </a:lnSpc>
              </a:pPr>
              <a:r>
                <a:rPr lang="en-US" b="true" sz="6899" spc="-13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279"/>
                </a:lnSpc>
              </a:pPr>
              <a:r>
                <a:rPr lang="en-US" b="true" sz="6899" spc="-137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 Início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29025"/>
              <a:ext cx="6445550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3, 5 e 7, execute o remover no início.</a:t>
              </a:r>
            </a:p>
          </p:txBody>
        </p:sp>
      </p:grp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001029" y="1729750"/>
            <a:ext cx="7458833" cy="5547340"/>
          </a:xfrm>
          <a:custGeom>
            <a:avLst/>
            <a:gdLst/>
            <a:ahLst/>
            <a:cxnLst/>
            <a:rect r="r" b="b" t="t" l="l"/>
            <a:pathLst>
              <a:path h="5547340" w="7458833">
                <a:moveTo>
                  <a:pt x="0" y="0"/>
                </a:moveTo>
                <a:lnTo>
                  <a:pt x="7458833" y="0"/>
                </a:lnTo>
                <a:lnTo>
                  <a:pt x="7458833" y="5547340"/>
                </a:lnTo>
                <a:lnTo>
                  <a:pt x="0" y="5547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 Fim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740182" y="2954831"/>
            <a:ext cx="12305562" cy="4491530"/>
          </a:xfrm>
          <a:custGeom>
            <a:avLst/>
            <a:gdLst/>
            <a:ahLst/>
            <a:cxnLst/>
            <a:rect r="r" b="b" t="t" l="l"/>
            <a:pathLst>
              <a:path h="4491530" w="12305562">
                <a:moveTo>
                  <a:pt x="0" y="0"/>
                </a:moveTo>
                <a:lnTo>
                  <a:pt x="12305562" y="0"/>
                </a:lnTo>
                <a:lnTo>
                  <a:pt x="12305562" y="4491530"/>
                </a:lnTo>
                <a:lnTo>
                  <a:pt x="0" y="4491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 Fim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83891" y="1028700"/>
            <a:ext cx="7449472" cy="5388655"/>
          </a:xfrm>
          <a:custGeom>
            <a:avLst/>
            <a:gdLst/>
            <a:ahLst/>
            <a:cxnLst/>
            <a:rect r="r" b="b" t="t" l="l"/>
            <a:pathLst>
              <a:path h="5388655" w="7449472">
                <a:moveTo>
                  <a:pt x="0" y="0"/>
                </a:moveTo>
                <a:lnTo>
                  <a:pt x="7449472" y="0"/>
                </a:lnTo>
                <a:lnTo>
                  <a:pt x="7449472" y="5388655"/>
                </a:lnTo>
                <a:lnTo>
                  <a:pt x="0" y="5388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8332" y="3545509"/>
            <a:ext cx="4834162" cy="4796155"/>
            <a:chOff x="0" y="0"/>
            <a:chExt cx="6445550" cy="63948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 Fim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81281"/>
              <a:ext cx="6445550" cy="2613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Supondo uma lista com os elementos 3, 5 e 7, execute o remover no início.</a:t>
              </a:r>
            </a:p>
          </p:txBody>
        </p:sp>
      </p:grp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195978" y="2434404"/>
            <a:ext cx="7520795" cy="5532383"/>
          </a:xfrm>
          <a:custGeom>
            <a:avLst/>
            <a:gdLst/>
            <a:ahLst/>
            <a:cxnLst/>
            <a:rect r="r" b="b" t="t" l="l"/>
            <a:pathLst>
              <a:path h="5532383" w="7520795">
                <a:moveTo>
                  <a:pt x="0" y="0"/>
                </a:moveTo>
                <a:lnTo>
                  <a:pt x="7520795" y="0"/>
                </a:lnTo>
                <a:lnTo>
                  <a:pt x="7520795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22965" y="1846835"/>
            <a:ext cx="12463504" cy="7010721"/>
          </a:xfrm>
          <a:custGeom>
            <a:avLst/>
            <a:gdLst/>
            <a:ahLst/>
            <a:cxnLst/>
            <a:rect r="r" b="b" t="t" l="l"/>
            <a:pathLst>
              <a:path h="7010721" w="12463504">
                <a:moveTo>
                  <a:pt x="0" y="0"/>
                </a:moveTo>
                <a:lnTo>
                  <a:pt x="12463504" y="0"/>
                </a:lnTo>
                <a:lnTo>
                  <a:pt x="12463504" y="7010721"/>
                </a:lnTo>
                <a:lnTo>
                  <a:pt x="0" y="7010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874753" y="1817939"/>
            <a:ext cx="8340133" cy="6150098"/>
          </a:xfrm>
          <a:custGeom>
            <a:avLst/>
            <a:gdLst/>
            <a:ahLst/>
            <a:cxnLst/>
            <a:rect r="r" b="b" t="t" l="l"/>
            <a:pathLst>
              <a:path h="6150098" w="8340133">
                <a:moveTo>
                  <a:pt x="0" y="0"/>
                </a:moveTo>
                <a:lnTo>
                  <a:pt x="8340132" y="0"/>
                </a:lnTo>
                <a:lnTo>
                  <a:pt x="8340132" y="6150098"/>
                </a:lnTo>
                <a:lnTo>
                  <a:pt x="0" y="615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832193" y="1599410"/>
            <a:ext cx="12142494" cy="7088181"/>
          </a:xfrm>
          <a:custGeom>
            <a:avLst/>
            <a:gdLst/>
            <a:ahLst/>
            <a:cxnLst/>
            <a:rect r="r" b="b" t="t" l="l"/>
            <a:pathLst>
              <a:path h="7088181" w="12142494">
                <a:moveTo>
                  <a:pt x="0" y="0"/>
                </a:moveTo>
                <a:lnTo>
                  <a:pt x="12142494" y="0"/>
                </a:lnTo>
                <a:lnTo>
                  <a:pt x="12142494" y="7088180"/>
                </a:lnTo>
                <a:lnTo>
                  <a:pt x="0" y="708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827000" y="1485324"/>
            <a:ext cx="12143322" cy="7316351"/>
          </a:xfrm>
          <a:custGeom>
            <a:avLst/>
            <a:gdLst/>
            <a:ahLst/>
            <a:cxnLst/>
            <a:rect r="r" b="b" t="t" l="l"/>
            <a:pathLst>
              <a:path h="7316351" w="12143322">
                <a:moveTo>
                  <a:pt x="0" y="0"/>
                </a:moveTo>
                <a:lnTo>
                  <a:pt x="12143322" y="0"/>
                </a:lnTo>
                <a:lnTo>
                  <a:pt x="12143322" y="7316352"/>
                </a:lnTo>
                <a:lnTo>
                  <a:pt x="0" y="731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Remover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301102" y="1686729"/>
            <a:ext cx="8976028" cy="6547031"/>
          </a:xfrm>
          <a:custGeom>
            <a:avLst/>
            <a:gdLst/>
            <a:ahLst/>
            <a:cxnLst/>
            <a:rect r="r" b="b" t="t" l="l"/>
            <a:pathLst>
              <a:path h="6547031" w="8976028">
                <a:moveTo>
                  <a:pt x="0" y="0"/>
                </a:moveTo>
                <a:lnTo>
                  <a:pt x="8976028" y="0"/>
                </a:lnTo>
                <a:lnTo>
                  <a:pt x="8976028" y="6547032"/>
                </a:lnTo>
                <a:lnTo>
                  <a:pt x="0" y="654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45509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127402" y="8325201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7" y="0"/>
                </a:lnTo>
                <a:lnTo>
                  <a:pt x="9323427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48332" y="3584697"/>
            <a:ext cx="4834162" cy="3805447"/>
            <a:chOff x="0" y="0"/>
            <a:chExt cx="6445550" cy="50739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81281"/>
              <a:ext cx="6445550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 começando pelo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início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 indo até 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fim.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957962" y="4002376"/>
            <a:ext cx="12142803" cy="2276776"/>
          </a:xfrm>
          <a:custGeom>
            <a:avLst/>
            <a:gdLst/>
            <a:ahLst/>
            <a:cxnLst/>
            <a:rect r="r" b="b" t="t" l="l"/>
            <a:pathLst>
              <a:path h="2276776" w="12142803">
                <a:moveTo>
                  <a:pt x="0" y="0"/>
                </a:moveTo>
                <a:lnTo>
                  <a:pt x="12142803" y="0"/>
                </a:lnTo>
                <a:lnTo>
                  <a:pt x="12142803" y="2276776"/>
                </a:lnTo>
                <a:lnTo>
                  <a:pt x="0" y="2276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84697"/>
            <a:ext cx="4834162" cy="3805501"/>
            <a:chOff x="0" y="0"/>
            <a:chExt cx="6445550" cy="507400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 começando pelo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início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 indo até 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fim.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48332" y="3584697"/>
            <a:ext cx="4834162" cy="3805501"/>
            <a:chOff x="0" y="0"/>
            <a:chExt cx="6445550" cy="50740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81281"/>
              <a:ext cx="6445550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 do começando pelo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fim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 indo até 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início.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957962" y="3815631"/>
            <a:ext cx="12142803" cy="2655738"/>
          </a:xfrm>
          <a:custGeom>
            <a:avLst/>
            <a:gdLst/>
            <a:ahLst/>
            <a:cxnLst/>
            <a:rect r="r" b="b" t="t" l="l"/>
            <a:pathLst>
              <a:path h="2655738" w="12142803">
                <a:moveTo>
                  <a:pt x="0" y="0"/>
                </a:moveTo>
                <a:lnTo>
                  <a:pt x="12142803" y="0"/>
                </a:lnTo>
                <a:lnTo>
                  <a:pt x="12142803" y="2655738"/>
                </a:lnTo>
                <a:lnTo>
                  <a:pt x="0" y="2655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84697"/>
            <a:ext cx="4834162" cy="3805501"/>
            <a:chOff x="0" y="0"/>
            <a:chExt cx="6445550" cy="507400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129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Mostrar do começando pelo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fim 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indo até o </a:t>
              </a:r>
              <a:r>
                <a:rPr lang="en-US" sz="279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início</a:t>
              </a:r>
              <a:r>
                <a:rPr lang="en-US" sz="2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346913" y="6958490"/>
            <a:ext cx="9323427" cy="1421823"/>
          </a:xfrm>
          <a:custGeom>
            <a:avLst/>
            <a:gdLst/>
            <a:ahLst/>
            <a:cxnLst/>
            <a:rect r="r" b="b" t="t" l="l"/>
            <a:pathLst>
              <a:path h="1421823" w="9323427">
                <a:moveTo>
                  <a:pt x="0" y="0"/>
                </a:moveTo>
                <a:lnTo>
                  <a:pt x="9323428" y="0"/>
                </a:lnTo>
                <a:lnTo>
                  <a:pt x="9323428" y="1421823"/>
                </a:lnTo>
                <a:lnTo>
                  <a:pt x="0" y="1421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848566" y="2213577"/>
            <a:ext cx="12316281" cy="5896419"/>
          </a:xfrm>
          <a:custGeom>
            <a:avLst/>
            <a:gdLst/>
            <a:ahLst/>
            <a:cxnLst/>
            <a:rect r="r" b="b" t="t" l="l"/>
            <a:pathLst>
              <a:path h="5896419" w="12316281">
                <a:moveTo>
                  <a:pt x="0" y="0"/>
                </a:moveTo>
                <a:lnTo>
                  <a:pt x="12316281" y="0"/>
                </a:lnTo>
                <a:lnTo>
                  <a:pt x="12316281" y="5896419"/>
                </a:lnTo>
                <a:lnTo>
                  <a:pt x="0" y="5896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8332" y="3584697"/>
            <a:ext cx="4834162" cy="3310174"/>
            <a:chOff x="0" y="0"/>
            <a:chExt cx="6445550" cy="4413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8518" y="0"/>
              <a:ext cx="6437032" cy="294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Lista Dupla</a:t>
              </a:r>
            </a:p>
            <a:p>
              <a:pPr algn="ctr" marL="0" indent="0" lvl="0">
                <a:lnSpc>
                  <a:spcPts val="8759"/>
                </a:lnSpc>
              </a:pPr>
              <a:r>
                <a:rPr lang="en-US" b="true" sz="7299" spc="-145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Mostrar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81281"/>
              <a:ext cx="6445550" cy="632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605403" y="950239"/>
            <a:ext cx="4104066" cy="5422701"/>
          </a:xfrm>
          <a:custGeom>
            <a:avLst/>
            <a:gdLst/>
            <a:ahLst/>
            <a:cxnLst/>
            <a:rect r="r" b="b" t="t" l="l"/>
            <a:pathLst>
              <a:path h="5422701" w="4104066">
                <a:moveTo>
                  <a:pt x="0" y="0"/>
                </a:moveTo>
                <a:lnTo>
                  <a:pt x="4104066" y="0"/>
                </a:lnTo>
                <a:lnTo>
                  <a:pt x="4104066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7921" y="5794497"/>
            <a:ext cx="5281379" cy="2827972"/>
          </a:xfrm>
          <a:custGeom>
            <a:avLst/>
            <a:gdLst/>
            <a:ahLst/>
            <a:cxnLst/>
            <a:rect r="r" b="b" t="t" l="l"/>
            <a:pathLst>
              <a:path h="2827972" w="5281379">
                <a:moveTo>
                  <a:pt x="0" y="0"/>
                </a:moveTo>
                <a:lnTo>
                  <a:pt x="5281379" y="0"/>
                </a:lnTo>
                <a:lnTo>
                  <a:pt x="5281379" y="2827973"/>
                </a:lnTo>
                <a:lnTo>
                  <a:pt x="0" y="2827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059534" y="773863"/>
            <a:ext cx="7592244" cy="8739274"/>
          </a:xfrm>
          <a:custGeom>
            <a:avLst/>
            <a:gdLst/>
            <a:ahLst/>
            <a:cxnLst/>
            <a:rect r="r" b="b" t="t" l="l"/>
            <a:pathLst>
              <a:path h="8739274" w="7592244">
                <a:moveTo>
                  <a:pt x="0" y="0"/>
                </a:moveTo>
                <a:lnTo>
                  <a:pt x="7592244" y="0"/>
                </a:lnTo>
                <a:lnTo>
                  <a:pt x="7592244" y="8739274"/>
                </a:lnTo>
                <a:lnTo>
                  <a:pt x="0" y="8739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4180" y="193473"/>
            <a:ext cx="43264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Construtor da Matriz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910523" y="1940258"/>
            <a:ext cx="10965936" cy="5498679"/>
          </a:xfrm>
          <a:custGeom>
            <a:avLst/>
            <a:gdLst/>
            <a:ahLst/>
            <a:cxnLst/>
            <a:rect r="r" b="b" t="t" l="l"/>
            <a:pathLst>
              <a:path h="5498679" w="10965936">
                <a:moveTo>
                  <a:pt x="0" y="0"/>
                </a:moveTo>
                <a:lnTo>
                  <a:pt x="10965936" y="0"/>
                </a:lnTo>
                <a:lnTo>
                  <a:pt x="10965936" y="5498679"/>
                </a:lnTo>
                <a:lnTo>
                  <a:pt x="0" y="549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46205" y="5265420"/>
            <a:ext cx="1018223" cy="2264092"/>
            <a:chOff x="0" y="0"/>
            <a:chExt cx="1357630" cy="30187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240" y="50800"/>
              <a:ext cx="1274737" cy="2919924"/>
            </a:xfrm>
            <a:custGeom>
              <a:avLst/>
              <a:gdLst/>
              <a:ahLst/>
              <a:cxnLst/>
              <a:rect r="r" b="b" t="t" l="l"/>
              <a:pathLst>
                <a:path h="2919924" w="1274737">
                  <a:moveTo>
                    <a:pt x="78030" y="0"/>
                  </a:moveTo>
                  <a:cubicBezTo>
                    <a:pt x="410770" y="3810"/>
                    <a:pt x="492050" y="8890"/>
                    <a:pt x="550470" y="24130"/>
                  </a:cubicBezTo>
                  <a:cubicBezTo>
                    <a:pt x="593650" y="35560"/>
                    <a:pt x="613970" y="55880"/>
                    <a:pt x="658420" y="68580"/>
                  </a:cubicBezTo>
                  <a:cubicBezTo>
                    <a:pt x="728270" y="87630"/>
                    <a:pt x="871780" y="85090"/>
                    <a:pt x="935280" y="114300"/>
                  </a:cubicBezTo>
                  <a:cubicBezTo>
                    <a:pt x="977190" y="133350"/>
                    <a:pt x="1005130" y="154940"/>
                    <a:pt x="1025450" y="190500"/>
                  </a:cubicBezTo>
                  <a:cubicBezTo>
                    <a:pt x="1048310" y="232410"/>
                    <a:pt x="1043230" y="287020"/>
                    <a:pt x="1048310" y="358140"/>
                  </a:cubicBezTo>
                  <a:cubicBezTo>
                    <a:pt x="1057200" y="481330"/>
                    <a:pt x="1041960" y="742950"/>
                    <a:pt x="1047040" y="862330"/>
                  </a:cubicBezTo>
                  <a:cubicBezTo>
                    <a:pt x="1049580" y="928370"/>
                    <a:pt x="1052120" y="962660"/>
                    <a:pt x="1059740" y="1016000"/>
                  </a:cubicBezTo>
                  <a:cubicBezTo>
                    <a:pt x="1068630" y="1076960"/>
                    <a:pt x="1080060" y="1150620"/>
                    <a:pt x="1097840" y="1209040"/>
                  </a:cubicBezTo>
                  <a:cubicBezTo>
                    <a:pt x="1114350" y="1258570"/>
                    <a:pt x="1141020" y="1295400"/>
                    <a:pt x="1158800" y="1346200"/>
                  </a:cubicBezTo>
                  <a:cubicBezTo>
                    <a:pt x="1179120" y="1405890"/>
                    <a:pt x="1193090" y="1466850"/>
                    <a:pt x="1207060" y="1546860"/>
                  </a:cubicBezTo>
                  <a:cubicBezTo>
                    <a:pt x="1227380" y="1658620"/>
                    <a:pt x="1241350" y="1799590"/>
                    <a:pt x="1250240" y="1957070"/>
                  </a:cubicBezTo>
                  <a:cubicBezTo>
                    <a:pt x="1262940" y="2166620"/>
                    <a:pt x="1294690" y="2553970"/>
                    <a:pt x="1256590" y="2696210"/>
                  </a:cubicBezTo>
                  <a:cubicBezTo>
                    <a:pt x="1238810" y="2759710"/>
                    <a:pt x="1215950" y="2802890"/>
                    <a:pt x="1180390" y="2824480"/>
                  </a:cubicBezTo>
                  <a:cubicBezTo>
                    <a:pt x="1146100" y="2844800"/>
                    <a:pt x="1102920" y="2823210"/>
                    <a:pt x="1050850" y="2830830"/>
                  </a:cubicBezTo>
                  <a:cubicBezTo>
                    <a:pt x="967030" y="2842260"/>
                    <a:pt x="832410" y="2890520"/>
                    <a:pt x="727000" y="2905760"/>
                  </a:cubicBezTo>
                  <a:cubicBezTo>
                    <a:pt x="629210" y="2918460"/>
                    <a:pt x="506020" y="2923540"/>
                    <a:pt x="438710" y="2917190"/>
                  </a:cubicBezTo>
                  <a:cubicBezTo>
                    <a:pt x="401880" y="2912110"/>
                    <a:pt x="384100" y="2898140"/>
                    <a:pt x="354890" y="2894330"/>
                  </a:cubicBezTo>
                  <a:cubicBezTo>
                    <a:pt x="324410" y="2890520"/>
                    <a:pt x="292660" y="2899410"/>
                    <a:pt x="258370" y="2894330"/>
                  </a:cubicBezTo>
                  <a:cubicBezTo>
                    <a:pt x="219000" y="2887980"/>
                    <a:pt x="161850" y="2875280"/>
                    <a:pt x="135180" y="2852420"/>
                  </a:cubicBezTo>
                  <a:cubicBezTo>
                    <a:pt x="116130" y="2834640"/>
                    <a:pt x="100890" y="2805430"/>
                    <a:pt x="102160" y="2782570"/>
                  </a:cubicBezTo>
                  <a:cubicBezTo>
                    <a:pt x="103430" y="2759710"/>
                    <a:pt x="123750" y="2729230"/>
                    <a:pt x="141530" y="2716530"/>
                  </a:cubicBezTo>
                  <a:cubicBezTo>
                    <a:pt x="155500" y="2706370"/>
                    <a:pt x="175820" y="2702560"/>
                    <a:pt x="192330" y="2703830"/>
                  </a:cubicBezTo>
                  <a:cubicBezTo>
                    <a:pt x="208840" y="2706370"/>
                    <a:pt x="227890" y="2712720"/>
                    <a:pt x="239320" y="2725420"/>
                  </a:cubicBezTo>
                  <a:cubicBezTo>
                    <a:pt x="254560" y="2740660"/>
                    <a:pt x="268530" y="2776220"/>
                    <a:pt x="265990" y="2797810"/>
                  </a:cubicBezTo>
                  <a:cubicBezTo>
                    <a:pt x="262180" y="2820670"/>
                    <a:pt x="240590" y="2849880"/>
                    <a:pt x="220270" y="2860040"/>
                  </a:cubicBezTo>
                  <a:cubicBezTo>
                    <a:pt x="199950" y="2870200"/>
                    <a:pt x="163120" y="2867660"/>
                    <a:pt x="142800" y="2856230"/>
                  </a:cubicBezTo>
                  <a:cubicBezTo>
                    <a:pt x="123750" y="2844800"/>
                    <a:pt x="105970" y="2813050"/>
                    <a:pt x="102160" y="2791460"/>
                  </a:cubicBezTo>
                  <a:cubicBezTo>
                    <a:pt x="99620" y="2773680"/>
                    <a:pt x="107240" y="2754630"/>
                    <a:pt x="116130" y="2740660"/>
                  </a:cubicBezTo>
                  <a:cubicBezTo>
                    <a:pt x="125020" y="2726690"/>
                    <a:pt x="135180" y="2713990"/>
                    <a:pt x="156770" y="2708910"/>
                  </a:cubicBezTo>
                  <a:cubicBezTo>
                    <a:pt x="215190" y="2693670"/>
                    <a:pt x="405690" y="2753360"/>
                    <a:pt x="500940" y="2760980"/>
                  </a:cubicBezTo>
                  <a:cubicBezTo>
                    <a:pt x="568250" y="2766060"/>
                    <a:pt x="608890" y="2768600"/>
                    <a:pt x="672390" y="2762250"/>
                  </a:cubicBezTo>
                  <a:cubicBezTo>
                    <a:pt x="758750" y="2754630"/>
                    <a:pt x="883210" y="2716530"/>
                    <a:pt x="967030" y="2706370"/>
                  </a:cubicBezTo>
                  <a:cubicBezTo>
                    <a:pt x="1029260" y="2698750"/>
                    <a:pt x="1094030" y="2731770"/>
                    <a:pt x="1128320" y="2694940"/>
                  </a:cubicBezTo>
                  <a:cubicBezTo>
                    <a:pt x="1193090" y="2625090"/>
                    <a:pt x="1132130" y="2321560"/>
                    <a:pt x="1120700" y="2134870"/>
                  </a:cubicBezTo>
                  <a:cubicBezTo>
                    <a:pt x="1109270" y="1946910"/>
                    <a:pt x="1082600" y="1705610"/>
                    <a:pt x="1061010" y="1569720"/>
                  </a:cubicBezTo>
                  <a:cubicBezTo>
                    <a:pt x="1049580" y="1493520"/>
                    <a:pt x="1041960" y="1447800"/>
                    <a:pt x="1025450" y="1389380"/>
                  </a:cubicBezTo>
                  <a:cubicBezTo>
                    <a:pt x="1008940" y="1332230"/>
                    <a:pt x="978460" y="1283970"/>
                    <a:pt x="963220" y="1225550"/>
                  </a:cubicBezTo>
                  <a:cubicBezTo>
                    <a:pt x="946710" y="1164590"/>
                    <a:pt x="941630" y="1116330"/>
                    <a:pt x="931470" y="1028700"/>
                  </a:cubicBezTo>
                  <a:cubicBezTo>
                    <a:pt x="912420" y="858520"/>
                    <a:pt x="949250" y="335280"/>
                    <a:pt x="880670" y="267970"/>
                  </a:cubicBezTo>
                  <a:cubicBezTo>
                    <a:pt x="857810" y="246380"/>
                    <a:pt x="820980" y="271780"/>
                    <a:pt x="793040" y="265430"/>
                  </a:cubicBezTo>
                  <a:cubicBezTo>
                    <a:pt x="768910" y="259080"/>
                    <a:pt x="749860" y="241300"/>
                    <a:pt x="723190" y="234950"/>
                  </a:cubicBezTo>
                  <a:cubicBezTo>
                    <a:pt x="691440" y="228600"/>
                    <a:pt x="652070" y="237490"/>
                    <a:pt x="615240" y="229870"/>
                  </a:cubicBezTo>
                  <a:cubicBezTo>
                    <a:pt x="577140" y="220980"/>
                    <a:pt x="542850" y="194310"/>
                    <a:pt x="499670" y="182880"/>
                  </a:cubicBezTo>
                  <a:cubicBezTo>
                    <a:pt x="448870" y="168910"/>
                    <a:pt x="394260" y="162560"/>
                    <a:pt x="330760" y="157480"/>
                  </a:cubicBezTo>
                  <a:cubicBezTo>
                    <a:pt x="250750" y="151130"/>
                    <a:pt x="111050" y="170180"/>
                    <a:pt x="58980" y="153670"/>
                  </a:cubicBezTo>
                  <a:cubicBezTo>
                    <a:pt x="36120" y="147320"/>
                    <a:pt x="23420" y="137160"/>
                    <a:pt x="14530" y="123190"/>
                  </a:cubicBezTo>
                  <a:cubicBezTo>
                    <a:pt x="4370" y="109220"/>
                    <a:pt x="-1980" y="86360"/>
                    <a:pt x="560" y="68580"/>
                  </a:cubicBezTo>
                  <a:cubicBezTo>
                    <a:pt x="3100" y="52070"/>
                    <a:pt x="13260" y="31750"/>
                    <a:pt x="25960" y="20320"/>
                  </a:cubicBezTo>
                  <a:cubicBezTo>
                    <a:pt x="39930" y="8890"/>
                    <a:pt x="78030" y="0"/>
                    <a:pt x="78030" y="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03443" y="6080760"/>
            <a:ext cx="1499235" cy="1380173"/>
            <a:chOff x="0" y="0"/>
            <a:chExt cx="1998980" cy="1840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153" y="53340"/>
              <a:ext cx="1897282" cy="1736090"/>
            </a:xfrm>
            <a:custGeom>
              <a:avLst/>
              <a:gdLst/>
              <a:ahLst/>
              <a:cxnLst/>
              <a:rect r="r" b="b" t="t" l="l"/>
              <a:pathLst>
                <a:path h="1736090" w="1897282">
                  <a:moveTo>
                    <a:pt x="76847" y="0"/>
                  </a:moveTo>
                  <a:cubicBezTo>
                    <a:pt x="667397" y="8890"/>
                    <a:pt x="838847" y="53340"/>
                    <a:pt x="997597" y="67310"/>
                  </a:cubicBezTo>
                  <a:cubicBezTo>
                    <a:pt x="1146187" y="80010"/>
                    <a:pt x="1294777" y="72390"/>
                    <a:pt x="1431937" y="80010"/>
                  </a:cubicBezTo>
                  <a:cubicBezTo>
                    <a:pt x="1553857" y="87630"/>
                    <a:pt x="1703717" y="83820"/>
                    <a:pt x="1779917" y="111760"/>
                  </a:cubicBezTo>
                  <a:cubicBezTo>
                    <a:pt x="1821827" y="127000"/>
                    <a:pt x="1849767" y="146050"/>
                    <a:pt x="1868817" y="173990"/>
                  </a:cubicBezTo>
                  <a:cubicBezTo>
                    <a:pt x="1887867" y="203200"/>
                    <a:pt x="1894217" y="228600"/>
                    <a:pt x="1896757" y="280670"/>
                  </a:cubicBezTo>
                  <a:cubicBezTo>
                    <a:pt x="1905647" y="425450"/>
                    <a:pt x="1798967" y="853440"/>
                    <a:pt x="1777377" y="1103630"/>
                  </a:cubicBezTo>
                  <a:cubicBezTo>
                    <a:pt x="1759597" y="1309370"/>
                    <a:pt x="1786267" y="1582420"/>
                    <a:pt x="1762137" y="1670050"/>
                  </a:cubicBezTo>
                  <a:cubicBezTo>
                    <a:pt x="1754517" y="1699260"/>
                    <a:pt x="1746897" y="1714500"/>
                    <a:pt x="1732927" y="1724660"/>
                  </a:cubicBezTo>
                  <a:cubicBezTo>
                    <a:pt x="1721497" y="1733550"/>
                    <a:pt x="1704987" y="1736090"/>
                    <a:pt x="1692287" y="1736090"/>
                  </a:cubicBezTo>
                  <a:cubicBezTo>
                    <a:pt x="1678317" y="1734820"/>
                    <a:pt x="1663077" y="1729740"/>
                    <a:pt x="1652917" y="1719580"/>
                  </a:cubicBezTo>
                  <a:cubicBezTo>
                    <a:pt x="1641487" y="1708150"/>
                    <a:pt x="1630057" y="1678940"/>
                    <a:pt x="1630057" y="1662430"/>
                  </a:cubicBezTo>
                  <a:cubicBezTo>
                    <a:pt x="1631327" y="1648460"/>
                    <a:pt x="1638947" y="1633220"/>
                    <a:pt x="1649107" y="1624330"/>
                  </a:cubicBezTo>
                  <a:cubicBezTo>
                    <a:pt x="1657997" y="1614170"/>
                    <a:pt x="1671967" y="1605280"/>
                    <a:pt x="1685937" y="1604010"/>
                  </a:cubicBezTo>
                  <a:cubicBezTo>
                    <a:pt x="1703717" y="1602740"/>
                    <a:pt x="1732927" y="1611630"/>
                    <a:pt x="1744357" y="1624330"/>
                  </a:cubicBezTo>
                  <a:cubicBezTo>
                    <a:pt x="1757057" y="1638300"/>
                    <a:pt x="1763407" y="1667510"/>
                    <a:pt x="1760867" y="1684020"/>
                  </a:cubicBezTo>
                  <a:cubicBezTo>
                    <a:pt x="1758327" y="1697990"/>
                    <a:pt x="1749437" y="1711960"/>
                    <a:pt x="1739277" y="1720850"/>
                  </a:cubicBezTo>
                  <a:cubicBezTo>
                    <a:pt x="1729117" y="1729740"/>
                    <a:pt x="1712607" y="1734820"/>
                    <a:pt x="1699907" y="1736090"/>
                  </a:cubicBezTo>
                  <a:cubicBezTo>
                    <a:pt x="1685937" y="1736090"/>
                    <a:pt x="1669427" y="1732280"/>
                    <a:pt x="1659267" y="1724660"/>
                  </a:cubicBezTo>
                  <a:cubicBezTo>
                    <a:pt x="1647837" y="1717040"/>
                    <a:pt x="1638947" y="1708150"/>
                    <a:pt x="1633867" y="1690370"/>
                  </a:cubicBezTo>
                  <a:cubicBezTo>
                    <a:pt x="1618627" y="1643380"/>
                    <a:pt x="1635137" y="1510030"/>
                    <a:pt x="1638947" y="1413510"/>
                  </a:cubicBezTo>
                  <a:cubicBezTo>
                    <a:pt x="1641487" y="1309370"/>
                    <a:pt x="1642757" y="1220470"/>
                    <a:pt x="1654187" y="1087120"/>
                  </a:cubicBezTo>
                  <a:cubicBezTo>
                    <a:pt x="1671967" y="872490"/>
                    <a:pt x="1851037" y="367030"/>
                    <a:pt x="1757057" y="254000"/>
                  </a:cubicBezTo>
                  <a:cubicBezTo>
                    <a:pt x="1698637" y="182880"/>
                    <a:pt x="1539887" y="236220"/>
                    <a:pt x="1430667" y="233680"/>
                  </a:cubicBezTo>
                  <a:cubicBezTo>
                    <a:pt x="1323987" y="229870"/>
                    <a:pt x="1232547" y="241300"/>
                    <a:pt x="1109357" y="233680"/>
                  </a:cubicBezTo>
                  <a:cubicBezTo>
                    <a:pt x="939177" y="223520"/>
                    <a:pt x="695337" y="168910"/>
                    <a:pt x="508647" y="156210"/>
                  </a:cubicBezTo>
                  <a:cubicBezTo>
                    <a:pt x="348627" y="144780"/>
                    <a:pt x="128917" y="175260"/>
                    <a:pt x="59067" y="152400"/>
                  </a:cubicBezTo>
                  <a:cubicBezTo>
                    <a:pt x="33667" y="144780"/>
                    <a:pt x="23507" y="135890"/>
                    <a:pt x="13347" y="120650"/>
                  </a:cubicBezTo>
                  <a:cubicBezTo>
                    <a:pt x="3187" y="106680"/>
                    <a:pt x="-1893" y="85090"/>
                    <a:pt x="647" y="67310"/>
                  </a:cubicBezTo>
                  <a:cubicBezTo>
                    <a:pt x="1917" y="50800"/>
                    <a:pt x="13347" y="30480"/>
                    <a:pt x="26047" y="19050"/>
                  </a:cubicBezTo>
                  <a:cubicBezTo>
                    <a:pt x="38747" y="7620"/>
                    <a:pt x="76847" y="0"/>
                    <a:pt x="76847" y="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099732" y="6838950"/>
            <a:ext cx="908685" cy="650557"/>
            <a:chOff x="0" y="0"/>
            <a:chExt cx="1211580" cy="8674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802" y="50800"/>
              <a:ext cx="1110015" cy="771745"/>
            </a:xfrm>
            <a:custGeom>
              <a:avLst/>
              <a:gdLst/>
              <a:ahLst/>
              <a:cxnLst/>
              <a:rect r="r" b="b" t="t" l="l"/>
              <a:pathLst>
                <a:path h="771745" w="1110015">
                  <a:moveTo>
                    <a:pt x="141968" y="326390"/>
                  </a:moveTo>
                  <a:cubicBezTo>
                    <a:pt x="221978" y="440690"/>
                    <a:pt x="244838" y="455930"/>
                    <a:pt x="272778" y="472440"/>
                  </a:cubicBezTo>
                  <a:cubicBezTo>
                    <a:pt x="305798" y="492760"/>
                    <a:pt x="355328" y="506730"/>
                    <a:pt x="388348" y="528320"/>
                  </a:cubicBezTo>
                  <a:cubicBezTo>
                    <a:pt x="417558" y="546100"/>
                    <a:pt x="437878" y="574040"/>
                    <a:pt x="464548" y="586740"/>
                  </a:cubicBezTo>
                  <a:cubicBezTo>
                    <a:pt x="487408" y="598170"/>
                    <a:pt x="512808" y="612140"/>
                    <a:pt x="538208" y="605790"/>
                  </a:cubicBezTo>
                  <a:cubicBezTo>
                    <a:pt x="575038" y="596900"/>
                    <a:pt x="619488" y="542290"/>
                    <a:pt x="652508" y="500380"/>
                  </a:cubicBezTo>
                  <a:cubicBezTo>
                    <a:pt x="690608" y="453390"/>
                    <a:pt x="709658" y="397510"/>
                    <a:pt x="751568" y="334010"/>
                  </a:cubicBezTo>
                  <a:cubicBezTo>
                    <a:pt x="808718" y="247650"/>
                    <a:pt x="915398" y="77470"/>
                    <a:pt x="972548" y="30480"/>
                  </a:cubicBezTo>
                  <a:cubicBezTo>
                    <a:pt x="996678" y="10160"/>
                    <a:pt x="1016998" y="0"/>
                    <a:pt x="1037318" y="0"/>
                  </a:cubicBezTo>
                  <a:cubicBezTo>
                    <a:pt x="1058908" y="1270"/>
                    <a:pt x="1088118" y="21590"/>
                    <a:pt x="1099548" y="38100"/>
                  </a:cubicBezTo>
                  <a:cubicBezTo>
                    <a:pt x="1108438" y="52070"/>
                    <a:pt x="1110978" y="71120"/>
                    <a:pt x="1109708" y="86360"/>
                  </a:cubicBezTo>
                  <a:cubicBezTo>
                    <a:pt x="1107168" y="101600"/>
                    <a:pt x="1100818" y="119380"/>
                    <a:pt x="1088118" y="130810"/>
                  </a:cubicBezTo>
                  <a:cubicBezTo>
                    <a:pt x="1074148" y="143510"/>
                    <a:pt x="1041128" y="156210"/>
                    <a:pt x="1020808" y="153670"/>
                  </a:cubicBezTo>
                  <a:cubicBezTo>
                    <a:pt x="999218" y="149860"/>
                    <a:pt x="971278" y="128270"/>
                    <a:pt x="963658" y="109220"/>
                  </a:cubicBezTo>
                  <a:cubicBezTo>
                    <a:pt x="954768" y="90170"/>
                    <a:pt x="958578" y="54610"/>
                    <a:pt x="967468" y="36830"/>
                  </a:cubicBezTo>
                  <a:cubicBezTo>
                    <a:pt x="975088" y="22860"/>
                    <a:pt x="990328" y="11430"/>
                    <a:pt x="1005568" y="6350"/>
                  </a:cubicBezTo>
                  <a:cubicBezTo>
                    <a:pt x="1019538" y="0"/>
                    <a:pt x="1038588" y="-1270"/>
                    <a:pt x="1053828" y="3810"/>
                  </a:cubicBezTo>
                  <a:cubicBezTo>
                    <a:pt x="1069068" y="7620"/>
                    <a:pt x="1085578" y="17780"/>
                    <a:pt x="1094468" y="31750"/>
                  </a:cubicBezTo>
                  <a:cubicBezTo>
                    <a:pt x="1104628" y="48260"/>
                    <a:pt x="1113518" y="72390"/>
                    <a:pt x="1105898" y="102870"/>
                  </a:cubicBezTo>
                  <a:cubicBezTo>
                    <a:pt x="1089388" y="171450"/>
                    <a:pt x="940798" y="316230"/>
                    <a:pt x="882378" y="407670"/>
                  </a:cubicBezTo>
                  <a:cubicBezTo>
                    <a:pt x="839198" y="474980"/>
                    <a:pt x="812528" y="538480"/>
                    <a:pt x="778238" y="591820"/>
                  </a:cubicBezTo>
                  <a:cubicBezTo>
                    <a:pt x="751568" y="635000"/>
                    <a:pt x="728708" y="675640"/>
                    <a:pt x="696958" y="704850"/>
                  </a:cubicBezTo>
                  <a:cubicBezTo>
                    <a:pt x="667748" y="731520"/>
                    <a:pt x="638538" y="755650"/>
                    <a:pt x="599168" y="765810"/>
                  </a:cubicBezTo>
                  <a:cubicBezTo>
                    <a:pt x="550908" y="777240"/>
                    <a:pt x="467088" y="772160"/>
                    <a:pt x="422638" y="750570"/>
                  </a:cubicBezTo>
                  <a:cubicBezTo>
                    <a:pt x="387078" y="734060"/>
                    <a:pt x="379458" y="697230"/>
                    <a:pt x="346438" y="673100"/>
                  </a:cubicBezTo>
                  <a:cubicBezTo>
                    <a:pt x="296908" y="636270"/>
                    <a:pt x="190228" y="604520"/>
                    <a:pt x="143238" y="570230"/>
                  </a:cubicBezTo>
                  <a:cubicBezTo>
                    <a:pt x="112758" y="547370"/>
                    <a:pt x="97518" y="530860"/>
                    <a:pt x="75928" y="502920"/>
                  </a:cubicBezTo>
                  <a:cubicBezTo>
                    <a:pt x="49258" y="468630"/>
                    <a:pt x="4808" y="411480"/>
                    <a:pt x="998" y="377190"/>
                  </a:cubicBezTo>
                  <a:cubicBezTo>
                    <a:pt x="-2812" y="356870"/>
                    <a:pt x="4808" y="337820"/>
                    <a:pt x="14968" y="323850"/>
                  </a:cubicBezTo>
                  <a:cubicBezTo>
                    <a:pt x="23858" y="309880"/>
                    <a:pt x="42908" y="297180"/>
                    <a:pt x="60688" y="293370"/>
                  </a:cubicBezTo>
                  <a:cubicBezTo>
                    <a:pt x="77198" y="289560"/>
                    <a:pt x="100058" y="294640"/>
                    <a:pt x="115298" y="300990"/>
                  </a:cubicBezTo>
                  <a:cubicBezTo>
                    <a:pt x="126728" y="307340"/>
                    <a:pt x="141968" y="326390"/>
                    <a:pt x="141968" y="3263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03443" y="3997643"/>
            <a:ext cx="948690" cy="1145858"/>
            <a:chOff x="0" y="0"/>
            <a:chExt cx="1264920" cy="1527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562" y="49971"/>
              <a:ext cx="1162725" cy="1428985"/>
            </a:xfrm>
            <a:custGeom>
              <a:avLst/>
              <a:gdLst/>
              <a:ahLst/>
              <a:cxnLst/>
              <a:rect r="r" b="b" t="t" l="l"/>
              <a:pathLst>
                <a:path h="1428985" w="1162725">
                  <a:moveTo>
                    <a:pt x="598408" y="829"/>
                  </a:moveTo>
                  <a:cubicBezTo>
                    <a:pt x="950198" y="99889"/>
                    <a:pt x="1011158" y="145609"/>
                    <a:pt x="1054338" y="178629"/>
                  </a:cubicBezTo>
                  <a:cubicBezTo>
                    <a:pt x="1083548" y="200219"/>
                    <a:pt x="1106408" y="210379"/>
                    <a:pt x="1122918" y="239589"/>
                  </a:cubicBezTo>
                  <a:cubicBezTo>
                    <a:pt x="1148318" y="281499"/>
                    <a:pt x="1159748" y="364049"/>
                    <a:pt x="1162288" y="422469"/>
                  </a:cubicBezTo>
                  <a:cubicBezTo>
                    <a:pt x="1164828" y="473269"/>
                    <a:pt x="1155938" y="515179"/>
                    <a:pt x="1144508" y="568519"/>
                  </a:cubicBezTo>
                  <a:cubicBezTo>
                    <a:pt x="1130538" y="637099"/>
                    <a:pt x="1097518" y="741239"/>
                    <a:pt x="1072118" y="798389"/>
                  </a:cubicBezTo>
                  <a:cubicBezTo>
                    <a:pt x="1055608" y="835219"/>
                    <a:pt x="1039098" y="844109"/>
                    <a:pt x="1022588" y="884749"/>
                  </a:cubicBezTo>
                  <a:cubicBezTo>
                    <a:pt x="989568" y="960949"/>
                    <a:pt x="938768" y="1148909"/>
                    <a:pt x="917178" y="1236539"/>
                  </a:cubicBezTo>
                  <a:cubicBezTo>
                    <a:pt x="904478" y="1287339"/>
                    <a:pt x="910828" y="1326709"/>
                    <a:pt x="894318" y="1358459"/>
                  </a:cubicBezTo>
                  <a:cubicBezTo>
                    <a:pt x="879078" y="1385129"/>
                    <a:pt x="857488" y="1409259"/>
                    <a:pt x="832088" y="1420689"/>
                  </a:cubicBezTo>
                  <a:cubicBezTo>
                    <a:pt x="804148" y="1432119"/>
                    <a:pt x="773668" y="1429579"/>
                    <a:pt x="731758" y="1425769"/>
                  </a:cubicBezTo>
                  <a:cubicBezTo>
                    <a:pt x="656828" y="1419419"/>
                    <a:pt x="527288" y="1372429"/>
                    <a:pt x="418068" y="1354649"/>
                  </a:cubicBezTo>
                  <a:cubicBezTo>
                    <a:pt x="301228" y="1335599"/>
                    <a:pt x="108188" y="1343219"/>
                    <a:pt x="49768" y="1317819"/>
                  </a:cubicBezTo>
                  <a:cubicBezTo>
                    <a:pt x="28178" y="1308929"/>
                    <a:pt x="19288" y="1300039"/>
                    <a:pt x="11668" y="1286069"/>
                  </a:cubicBezTo>
                  <a:cubicBezTo>
                    <a:pt x="2778" y="1272099"/>
                    <a:pt x="-1032" y="1253049"/>
                    <a:pt x="238" y="1237809"/>
                  </a:cubicBezTo>
                  <a:cubicBezTo>
                    <a:pt x="1508" y="1221299"/>
                    <a:pt x="9128" y="1203519"/>
                    <a:pt x="21828" y="1192089"/>
                  </a:cubicBezTo>
                  <a:cubicBezTo>
                    <a:pt x="35798" y="1178119"/>
                    <a:pt x="68818" y="1164149"/>
                    <a:pt x="90408" y="1167959"/>
                  </a:cubicBezTo>
                  <a:cubicBezTo>
                    <a:pt x="111998" y="1170499"/>
                    <a:pt x="139938" y="1194629"/>
                    <a:pt x="150098" y="1211139"/>
                  </a:cubicBezTo>
                  <a:cubicBezTo>
                    <a:pt x="157718" y="1226379"/>
                    <a:pt x="160258" y="1245429"/>
                    <a:pt x="155178" y="1261939"/>
                  </a:cubicBezTo>
                  <a:cubicBezTo>
                    <a:pt x="148828" y="1280989"/>
                    <a:pt x="125968" y="1308929"/>
                    <a:pt x="108188" y="1317819"/>
                  </a:cubicBezTo>
                  <a:cubicBezTo>
                    <a:pt x="92948" y="1325439"/>
                    <a:pt x="73898" y="1325439"/>
                    <a:pt x="58658" y="1320359"/>
                  </a:cubicBezTo>
                  <a:cubicBezTo>
                    <a:pt x="43418" y="1316549"/>
                    <a:pt x="25638" y="1305119"/>
                    <a:pt x="16748" y="1292419"/>
                  </a:cubicBezTo>
                  <a:cubicBezTo>
                    <a:pt x="6588" y="1280989"/>
                    <a:pt x="238" y="1261939"/>
                    <a:pt x="238" y="1245429"/>
                  </a:cubicBezTo>
                  <a:cubicBezTo>
                    <a:pt x="238" y="1230189"/>
                    <a:pt x="4048" y="1211139"/>
                    <a:pt x="15478" y="1198439"/>
                  </a:cubicBezTo>
                  <a:cubicBezTo>
                    <a:pt x="29448" y="1183199"/>
                    <a:pt x="51038" y="1171769"/>
                    <a:pt x="82788" y="1166689"/>
                  </a:cubicBezTo>
                  <a:cubicBezTo>
                    <a:pt x="150098" y="1155259"/>
                    <a:pt x="303768" y="1181929"/>
                    <a:pt x="415528" y="1199709"/>
                  </a:cubicBezTo>
                  <a:cubicBezTo>
                    <a:pt x="532368" y="1217489"/>
                    <a:pt x="694928" y="1321629"/>
                    <a:pt x="768588" y="1277179"/>
                  </a:cubicBezTo>
                  <a:cubicBezTo>
                    <a:pt x="839708" y="1233999"/>
                    <a:pt x="823198" y="1063819"/>
                    <a:pt x="858758" y="950789"/>
                  </a:cubicBezTo>
                  <a:cubicBezTo>
                    <a:pt x="898128" y="823789"/>
                    <a:pt x="976868" y="649799"/>
                    <a:pt x="995918" y="553279"/>
                  </a:cubicBezTo>
                  <a:cubicBezTo>
                    <a:pt x="1006078" y="501209"/>
                    <a:pt x="1009888" y="470729"/>
                    <a:pt x="1004808" y="430089"/>
                  </a:cubicBezTo>
                  <a:cubicBezTo>
                    <a:pt x="998458" y="388179"/>
                    <a:pt x="987028" y="342459"/>
                    <a:pt x="960358" y="308169"/>
                  </a:cubicBezTo>
                  <a:cubicBezTo>
                    <a:pt x="927338" y="268799"/>
                    <a:pt x="870188" y="239589"/>
                    <a:pt x="811768" y="214189"/>
                  </a:cubicBezTo>
                  <a:cubicBezTo>
                    <a:pt x="741918" y="184979"/>
                    <a:pt x="616188" y="174819"/>
                    <a:pt x="567928" y="154499"/>
                  </a:cubicBezTo>
                  <a:cubicBezTo>
                    <a:pt x="545068" y="144339"/>
                    <a:pt x="531098" y="136719"/>
                    <a:pt x="520938" y="124019"/>
                  </a:cubicBezTo>
                  <a:cubicBezTo>
                    <a:pt x="512048" y="115129"/>
                    <a:pt x="506968" y="103699"/>
                    <a:pt x="505698" y="89729"/>
                  </a:cubicBezTo>
                  <a:cubicBezTo>
                    <a:pt x="504428" y="74489"/>
                    <a:pt x="506968" y="50359"/>
                    <a:pt x="517128" y="35119"/>
                  </a:cubicBezTo>
                  <a:cubicBezTo>
                    <a:pt x="526018" y="21149"/>
                    <a:pt x="546338" y="7179"/>
                    <a:pt x="560308" y="2099"/>
                  </a:cubicBezTo>
                  <a:cubicBezTo>
                    <a:pt x="573008" y="-1711"/>
                    <a:pt x="598408" y="829"/>
                    <a:pt x="598408" y="82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81622" y="4474845"/>
            <a:ext cx="609600" cy="231458"/>
            <a:chOff x="0" y="0"/>
            <a:chExt cx="812800" cy="3086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567" y="48954"/>
              <a:ext cx="711998" cy="213005"/>
            </a:xfrm>
            <a:custGeom>
              <a:avLst/>
              <a:gdLst/>
              <a:ahLst/>
              <a:cxnLst/>
              <a:rect r="r" b="b" t="t" l="l"/>
              <a:pathLst>
                <a:path h="213005" w="711998">
                  <a:moveTo>
                    <a:pt x="76433" y="55186"/>
                  </a:moveTo>
                  <a:cubicBezTo>
                    <a:pt x="255503" y="51376"/>
                    <a:pt x="388853" y="18356"/>
                    <a:pt x="470133" y="9466"/>
                  </a:cubicBezTo>
                  <a:cubicBezTo>
                    <a:pt x="532363" y="3116"/>
                    <a:pt x="594593" y="-3234"/>
                    <a:pt x="632693" y="1846"/>
                  </a:cubicBezTo>
                  <a:cubicBezTo>
                    <a:pt x="653013" y="4386"/>
                    <a:pt x="666983" y="5656"/>
                    <a:pt x="679683" y="17086"/>
                  </a:cubicBezTo>
                  <a:cubicBezTo>
                    <a:pt x="694923" y="29786"/>
                    <a:pt x="711433" y="60266"/>
                    <a:pt x="711433" y="81856"/>
                  </a:cubicBezTo>
                  <a:cubicBezTo>
                    <a:pt x="710163" y="102176"/>
                    <a:pt x="691113" y="132656"/>
                    <a:pt x="675873" y="144086"/>
                  </a:cubicBezTo>
                  <a:cubicBezTo>
                    <a:pt x="661903" y="154246"/>
                    <a:pt x="642853" y="156786"/>
                    <a:pt x="627613" y="155516"/>
                  </a:cubicBezTo>
                  <a:cubicBezTo>
                    <a:pt x="612373" y="154246"/>
                    <a:pt x="593323" y="147896"/>
                    <a:pt x="581893" y="136466"/>
                  </a:cubicBezTo>
                  <a:cubicBezTo>
                    <a:pt x="569193" y="121226"/>
                    <a:pt x="556493" y="88206"/>
                    <a:pt x="557763" y="67886"/>
                  </a:cubicBezTo>
                  <a:cubicBezTo>
                    <a:pt x="559033" y="51376"/>
                    <a:pt x="569193" y="34866"/>
                    <a:pt x="579353" y="24706"/>
                  </a:cubicBezTo>
                  <a:cubicBezTo>
                    <a:pt x="590783" y="13276"/>
                    <a:pt x="608563" y="4386"/>
                    <a:pt x="623803" y="3116"/>
                  </a:cubicBezTo>
                  <a:cubicBezTo>
                    <a:pt x="639043" y="576"/>
                    <a:pt x="658093" y="3116"/>
                    <a:pt x="672063" y="12006"/>
                  </a:cubicBezTo>
                  <a:cubicBezTo>
                    <a:pt x="688573" y="23436"/>
                    <a:pt x="707623" y="52646"/>
                    <a:pt x="711433" y="72966"/>
                  </a:cubicBezTo>
                  <a:cubicBezTo>
                    <a:pt x="713973" y="89476"/>
                    <a:pt x="707623" y="107256"/>
                    <a:pt x="698733" y="121226"/>
                  </a:cubicBezTo>
                  <a:cubicBezTo>
                    <a:pt x="691113" y="133926"/>
                    <a:pt x="683493" y="142816"/>
                    <a:pt x="660633" y="151706"/>
                  </a:cubicBezTo>
                  <a:cubicBezTo>
                    <a:pt x="583163" y="183456"/>
                    <a:pt x="171683" y="226636"/>
                    <a:pt x="76433" y="208856"/>
                  </a:cubicBezTo>
                  <a:cubicBezTo>
                    <a:pt x="43413" y="202506"/>
                    <a:pt x="25633" y="191076"/>
                    <a:pt x="14203" y="175836"/>
                  </a:cubicBezTo>
                  <a:cubicBezTo>
                    <a:pt x="2773" y="161866"/>
                    <a:pt x="-1037" y="140276"/>
                    <a:pt x="233" y="122496"/>
                  </a:cubicBezTo>
                  <a:cubicBezTo>
                    <a:pt x="2773" y="105986"/>
                    <a:pt x="12933" y="85666"/>
                    <a:pt x="25633" y="74236"/>
                  </a:cubicBezTo>
                  <a:cubicBezTo>
                    <a:pt x="38333" y="64076"/>
                    <a:pt x="76433" y="55186"/>
                    <a:pt x="76433" y="5518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315950" y="4315778"/>
            <a:ext cx="416243" cy="473393"/>
            <a:chOff x="0" y="0"/>
            <a:chExt cx="554990" cy="631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3" y="49383"/>
              <a:ext cx="454894" cy="532133"/>
            </a:xfrm>
            <a:custGeom>
              <a:avLst/>
              <a:gdLst/>
              <a:ahLst/>
              <a:cxnLst/>
              <a:rect r="r" b="b" t="t" l="l"/>
              <a:pathLst>
                <a:path h="532133" w="454894">
                  <a:moveTo>
                    <a:pt x="154067" y="2687"/>
                  </a:moveTo>
                  <a:cubicBezTo>
                    <a:pt x="390287" y="95397"/>
                    <a:pt x="444897" y="122067"/>
                    <a:pt x="453787" y="157627"/>
                  </a:cubicBezTo>
                  <a:cubicBezTo>
                    <a:pt x="461407" y="193187"/>
                    <a:pt x="428387" y="241447"/>
                    <a:pt x="395367" y="284627"/>
                  </a:cubicBezTo>
                  <a:cubicBezTo>
                    <a:pt x="344567" y="348127"/>
                    <a:pt x="175657" y="439567"/>
                    <a:pt x="146447" y="480207"/>
                  </a:cubicBezTo>
                  <a:cubicBezTo>
                    <a:pt x="137557" y="494177"/>
                    <a:pt x="143907" y="504337"/>
                    <a:pt x="135017" y="511957"/>
                  </a:cubicBezTo>
                  <a:cubicBezTo>
                    <a:pt x="122317" y="524657"/>
                    <a:pt x="81677" y="534817"/>
                    <a:pt x="60087" y="528467"/>
                  </a:cubicBezTo>
                  <a:cubicBezTo>
                    <a:pt x="38497" y="522117"/>
                    <a:pt x="11827" y="496717"/>
                    <a:pt x="4207" y="476397"/>
                  </a:cubicBezTo>
                  <a:cubicBezTo>
                    <a:pt x="-2143" y="454807"/>
                    <a:pt x="5477" y="417977"/>
                    <a:pt x="16907" y="400197"/>
                  </a:cubicBezTo>
                  <a:cubicBezTo>
                    <a:pt x="27067" y="384957"/>
                    <a:pt x="43577" y="374797"/>
                    <a:pt x="61357" y="370987"/>
                  </a:cubicBezTo>
                  <a:cubicBezTo>
                    <a:pt x="81677" y="367177"/>
                    <a:pt x="118507" y="373527"/>
                    <a:pt x="135017" y="387497"/>
                  </a:cubicBezTo>
                  <a:cubicBezTo>
                    <a:pt x="152797" y="402737"/>
                    <a:pt x="166767" y="437027"/>
                    <a:pt x="164227" y="458617"/>
                  </a:cubicBezTo>
                  <a:cubicBezTo>
                    <a:pt x="161687" y="481477"/>
                    <a:pt x="138827" y="510687"/>
                    <a:pt x="121047" y="522117"/>
                  </a:cubicBezTo>
                  <a:cubicBezTo>
                    <a:pt x="105807" y="532277"/>
                    <a:pt x="85487" y="533547"/>
                    <a:pt x="68977" y="531007"/>
                  </a:cubicBezTo>
                  <a:cubicBezTo>
                    <a:pt x="52467" y="528467"/>
                    <a:pt x="33417" y="518307"/>
                    <a:pt x="23257" y="505607"/>
                  </a:cubicBezTo>
                  <a:cubicBezTo>
                    <a:pt x="11827" y="494177"/>
                    <a:pt x="2937" y="475127"/>
                    <a:pt x="397" y="458617"/>
                  </a:cubicBezTo>
                  <a:cubicBezTo>
                    <a:pt x="-873" y="442107"/>
                    <a:pt x="397" y="428137"/>
                    <a:pt x="11827" y="407817"/>
                  </a:cubicBezTo>
                  <a:cubicBezTo>
                    <a:pt x="39767" y="358287"/>
                    <a:pt x="174387" y="241447"/>
                    <a:pt x="230267" y="200807"/>
                  </a:cubicBezTo>
                  <a:cubicBezTo>
                    <a:pt x="260747" y="180487"/>
                    <a:pt x="287417" y="157627"/>
                    <a:pt x="306467" y="162707"/>
                  </a:cubicBezTo>
                  <a:cubicBezTo>
                    <a:pt x="325517" y="169057"/>
                    <a:pt x="353457" y="219857"/>
                    <a:pt x="347107" y="228747"/>
                  </a:cubicBezTo>
                  <a:cubicBezTo>
                    <a:pt x="333137" y="245257"/>
                    <a:pt x="138827" y="171597"/>
                    <a:pt x="98187" y="147467"/>
                  </a:cubicBezTo>
                  <a:cubicBezTo>
                    <a:pt x="82947" y="138577"/>
                    <a:pt x="77867" y="132227"/>
                    <a:pt x="70247" y="123337"/>
                  </a:cubicBezTo>
                  <a:cubicBezTo>
                    <a:pt x="63897" y="113177"/>
                    <a:pt x="58817" y="100477"/>
                    <a:pt x="57547" y="87777"/>
                  </a:cubicBezTo>
                  <a:cubicBezTo>
                    <a:pt x="56277" y="71267"/>
                    <a:pt x="61357" y="47137"/>
                    <a:pt x="71517" y="33167"/>
                  </a:cubicBezTo>
                  <a:cubicBezTo>
                    <a:pt x="80407" y="19197"/>
                    <a:pt x="101997" y="6497"/>
                    <a:pt x="117237" y="1417"/>
                  </a:cubicBezTo>
                  <a:cubicBezTo>
                    <a:pt x="129937" y="-2393"/>
                    <a:pt x="154067" y="2687"/>
                    <a:pt x="154067" y="268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014459" y="7634288"/>
            <a:ext cx="6726043" cy="2497610"/>
          </a:xfrm>
          <a:custGeom>
            <a:avLst/>
            <a:gdLst/>
            <a:ahLst/>
            <a:cxnLst/>
            <a:rect r="r" b="b" t="t" l="l"/>
            <a:pathLst>
              <a:path h="2497610" w="6726043">
                <a:moveTo>
                  <a:pt x="0" y="0"/>
                </a:moveTo>
                <a:lnTo>
                  <a:pt x="6726042" y="0"/>
                </a:lnTo>
                <a:lnTo>
                  <a:pt x="6726042" y="2497609"/>
                </a:lnTo>
                <a:lnTo>
                  <a:pt x="0" y="2497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7" t="0" r="0" b="-1151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16099" y="7228884"/>
            <a:ext cx="1051747" cy="1137445"/>
          </a:xfrm>
          <a:custGeom>
            <a:avLst/>
            <a:gdLst/>
            <a:ahLst/>
            <a:cxnLst/>
            <a:rect r="r" b="b" t="t" l="l"/>
            <a:pathLst>
              <a:path h="1137445" w="1051747">
                <a:moveTo>
                  <a:pt x="0" y="0"/>
                </a:moveTo>
                <a:lnTo>
                  <a:pt x="1051746" y="0"/>
                </a:lnTo>
                <a:lnTo>
                  <a:pt x="1051746" y="1137444"/>
                </a:lnTo>
                <a:lnTo>
                  <a:pt x="0" y="1137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802678" y="2920388"/>
            <a:ext cx="4040928" cy="3477078"/>
          </a:xfrm>
          <a:custGeom>
            <a:avLst/>
            <a:gdLst/>
            <a:ahLst/>
            <a:cxnLst/>
            <a:rect r="r" b="b" t="t" l="l"/>
            <a:pathLst>
              <a:path h="3477078" w="4040928">
                <a:moveTo>
                  <a:pt x="0" y="0"/>
                </a:moveTo>
                <a:lnTo>
                  <a:pt x="4040928" y="0"/>
                </a:lnTo>
                <a:lnTo>
                  <a:pt x="4040928" y="3477078"/>
                </a:lnTo>
                <a:lnTo>
                  <a:pt x="0" y="3477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0723" y="395088"/>
            <a:ext cx="1093492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Vamos por partes!!</a:t>
            </a:r>
          </a:p>
        </p:txBody>
      </p:sp>
      <p:sp>
        <p:nvSpPr>
          <p:cNvPr name="TextBox 21" id="21"/>
          <p:cNvSpPr txBox="true"/>
          <p:nvPr/>
        </p:nvSpPr>
        <p:spPr>
          <a:xfrm rot="1220409">
            <a:off x="13432202" y="1160309"/>
            <a:ext cx="49318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(Exemplo de Matriz 3x3)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672532" y="837678"/>
            <a:ext cx="9918775" cy="6400103"/>
          </a:xfrm>
          <a:custGeom>
            <a:avLst/>
            <a:gdLst/>
            <a:ahLst/>
            <a:cxnLst/>
            <a:rect r="r" b="b" t="t" l="l"/>
            <a:pathLst>
              <a:path h="6400103" w="9918775">
                <a:moveTo>
                  <a:pt x="0" y="0"/>
                </a:moveTo>
                <a:lnTo>
                  <a:pt x="9918775" y="0"/>
                </a:lnTo>
                <a:lnTo>
                  <a:pt x="9918775" y="6400103"/>
                </a:lnTo>
                <a:lnTo>
                  <a:pt x="0" y="6400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82163" y="4978361"/>
            <a:ext cx="5308705" cy="4174020"/>
          </a:xfrm>
          <a:custGeom>
            <a:avLst/>
            <a:gdLst/>
            <a:ahLst/>
            <a:cxnLst/>
            <a:rect r="r" b="b" t="t" l="l"/>
            <a:pathLst>
              <a:path h="4174020" w="5308705">
                <a:moveTo>
                  <a:pt x="0" y="0"/>
                </a:moveTo>
                <a:lnTo>
                  <a:pt x="5308705" y="0"/>
                </a:lnTo>
                <a:lnTo>
                  <a:pt x="5308705" y="4174020"/>
                </a:lnTo>
                <a:lnTo>
                  <a:pt x="0" y="417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2163" y="4689597"/>
            <a:ext cx="747381" cy="808279"/>
          </a:xfrm>
          <a:custGeom>
            <a:avLst/>
            <a:gdLst/>
            <a:ahLst/>
            <a:cxnLst/>
            <a:rect r="r" b="b" t="t" l="l"/>
            <a:pathLst>
              <a:path h="808279" w="747381">
                <a:moveTo>
                  <a:pt x="0" y="0"/>
                </a:moveTo>
                <a:lnTo>
                  <a:pt x="747381" y="0"/>
                </a:lnTo>
                <a:lnTo>
                  <a:pt x="747381" y="808279"/>
                </a:lnTo>
                <a:lnTo>
                  <a:pt x="0" y="808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571536" y="1696735"/>
            <a:ext cx="9714323" cy="8599790"/>
          </a:xfrm>
          <a:custGeom>
            <a:avLst/>
            <a:gdLst/>
            <a:ahLst/>
            <a:cxnLst/>
            <a:rect r="r" b="b" t="t" l="l"/>
            <a:pathLst>
              <a:path h="8599790" w="9714323">
                <a:moveTo>
                  <a:pt x="0" y="0"/>
                </a:moveTo>
                <a:lnTo>
                  <a:pt x="9714324" y="0"/>
                </a:lnTo>
                <a:lnTo>
                  <a:pt x="9714324" y="8599790"/>
                </a:lnTo>
                <a:lnTo>
                  <a:pt x="0" y="859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7541" y="1459880"/>
            <a:ext cx="1385204" cy="1498073"/>
          </a:xfrm>
          <a:custGeom>
            <a:avLst/>
            <a:gdLst/>
            <a:ahLst/>
            <a:cxnLst/>
            <a:rect r="r" b="b" t="t" l="l"/>
            <a:pathLst>
              <a:path h="1498073" w="1385204">
                <a:moveTo>
                  <a:pt x="0" y="0"/>
                </a:moveTo>
                <a:lnTo>
                  <a:pt x="1385204" y="0"/>
                </a:lnTo>
                <a:lnTo>
                  <a:pt x="1385204" y="1498072"/>
                </a:lnTo>
                <a:lnTo>
                  <a:pt x="0" y="1498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246184" y="1745977"/>
            <a:ext cx="10910593" cy="5887241"/>
          </a:xfrm>
          <a:custGeom>
            <a:avLst/>
            <a:gdLst/>
            <a:ahLst/>
            <a:cxnLst/>
            <a:rect r="r" b="b" t="t" l="l"/>
            <a:pathLst>
              <a:path h="5887241" w="10910593">
                <a:moveTo>
                  <a:pt x="0" y="0"/>
                </a:moveTo>
                <a:lnTo>
                  <a:pt x="10910593" y="0"/>
                </a:lnTo>
                <a:lnTo>
                  <a:pt x="10910593" y="5887241"/>
                </a:lnTo>
                <a:lnTo>
                  <a:pt x="0" y="5887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4720" y="3584697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530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6675486" y="881050"/>
            <a:ext cx="9894342" cy="3114885"/>
          </a:xfrm>
          <a:custGeom>
            <a:avLst/>
            <a:gdLst/>
            <a:ahLst/>
            <a:cxnLst/>
            <a:rect r="r" b="b" t="t" l="l"/>
            <a:pathLst>
              <a:path h="3114885" w="9894342">
                <a:moveTo>
                  <a:pt x="0" y="0"/>
                </a:moveTo>
                <a:lnTo>
                  <a:pt x="9894342" y="0"/>
                </a:lnTo>
                <a:lnTo>
                  <a:pt x="9894342" y="3114885"/>
                </a:lnTo>
                <a:lnTo>
                  <a:pt x="0" y="3114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49381" y="3742387"/>
            <a:ext cx="6105364" cy="5404891"/>
          </a:xfrm>
          <a:custGeom>
            <a:avLst/>
            <a:gdLst/>
            <a:ahLst/>
            <a:cxnLst/>
            <a:rect r="r" b="b" t="t" l="l"/>
            <a:pathLst>
              <a:path h="5404891" w="6105364">
                <a:moveTo>
                  <a:pt x="0" y="0"/>
                </a:moveTo>
                <a:lnTo>
                  <a:pt x="6105365" y="0"/>
                </a:lnTo>
                <a:lnTo>
                  <a:pt x="6105365" y="5404891"/>
                </a:lnTo>
                <a:lnTo>
                  <a:pt x="0" y="5404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91423" y="3593526"/>
            <a:ext cx="870588" cy="941525"/>
          </a:xfrm>
          <a:custGeom>
            <a:avLst/>
            <a:gdLst/>
            <a:ahLst/>
            <a:cxnLst/>
            <a:rect r="r" b="b" t="t" l="l"/>
            <a:pathLst>
              <a:path h="941525" w="870588">
                <a:moveTo>
                  <a:pt x="0" y="0"/>
                </a:moveTo>
                <a:lnTo>
                  <a:pt x="870588" y="0"/>
                </a:lnTo>
                <a:lnTo>
                  <a:pt x="870588" y="941525"/>
                </a:lnTo>
                <a:lnTo>
                  <a:pt x="0" y="941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38441" y="6444833"/>
            <a:ext cx="4252297" cy="2813467"/>
            <a:chOff x="0" y="0"/>
            <a:chExt cx="1119946" cy="7409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9946" cy="740995"/>
            </a:xfrm>
            <a:custGeom>
              <a:avLst/>
              <a:gdLst/>
              <a:ahLst/>
              <a:cxnLst/>
              <a:rect r="r" b="b" t="t" l="l"/>
              <a:pathLst>
                <a:path h="740995" w="1119946">
                  <a:moveTo>
                    <a:pt x="0" y="0"/>
                  </a:moveTo>
                  <a:lnTo>
                    <a:pt x="1119946" y="0"/>
                  </a:lnTo>
                  <a:lnTo>
                    <a:pt x="1119946" y="740995"/>
                  </a:lnTo>
                  <a:lnTo>
                    <a:pt x="0" y="740995"/>
                  </a:lnTo>
                  <a:close/>
                </a:path>
              </a:pathLst>
            </a:custGeom>
            <a:solidFill>
              <a:srgbClr val="FFFFFF"/>
            </a:solidFill>
            <a:ln w="1238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19946" cy="779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274513" y="7552058"/>
            <a:ext cx="3980152" cy="1595220"/>
          </a:xfrm>
          <a:custGeom>
            <a:avLst/>
            <a:gdLst/>
            <a:ahLst/>
            <a:cxnLst/>
            <a:rect r="r" b="b" t="t" l="l"/>
            <a:pathLst>
              <a:path h="1595220" w="3980152">
                <a:moveTo>
                  <a:pt x="0" y="0"/>
                </a:moveTo>
                <a:lnTo>
                  <a:pt x="3980152" y="0"/>
                </a:lnTo>
                <a:lnTo>
                  <a:pt x="3980152" y="1595220"/>
                </a:lnTo>
                <a:lnTo>
                  <a:pt x="0" y="1595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75" t="-67453" r="-172328" b="-3323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1526" y="3593526"/>
            <a:ext cx="4827774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</a:pPr>
            <a:r>
              <a:rPr lang="en-US" b="true" sz="7299" spc="-145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Matriz Flexível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6883" y="6729454"/>
            <a:ext cx="37466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Saída no terminal:</a:t>
            </a:r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9121" y="3290643"/>
            <a:ext cx="4529093" cy="4529093"/>
          </a:xfrm>
          <a:custGeom>
            <a:avLst/>
            <a:gdLst/>
            <a:ahLst/>
            <a:cxnLst/>
            <a:rect r="r" b="b" t="t" l="l"/>
            <a:pathLst>
              <a:path h="4529093" w="4529093">
                <a:moveTo>
                  <a:pt x="0" y="0"/>
                </a:moveTo>
                <a:lnTo>
                  <a:pt x="4529093" y="0"/>
                </a:lnTo>
                <a:lnTo>
                  <a:pt x="4529093" y="4529093"/>
                </a:lnTo>
                <a:lnTo>
                  <a:pt x="0" y="4529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9853" y="2478678"/>
            <a:ext cx="3147628" cy="54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3"/>
              </a:lnSpc>
              <a:spcBef>
                <a:spcPct val="0"/>
              </a:spcBef>
            </a:pPr>
            <a:r>
              <a:rPr lang="en-US" sz="3180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Grupo Monitoria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DAG1sMXGJ3A</dc:identifier>
  <dcterms:modified xsi:type="dcterms:W3CDTF">2011-08-01T06:04:30Z</dcterms:modified>
  <cp:revision>1</cp:revision>
  <dc:title>Aulao 3 - AEDS 2 Lourdes</dc:title>
</cp:coreProperties>
</file>